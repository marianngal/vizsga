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592" r:id="rId5"/>
    <p:sldId id="613" r:id="rId6"/>
    <p:sldId id="465" r:id="rId7"/>
    <p:sldId id="600" r:id="rId8"/>
    <p:sldId id="466" r:id="rId9"/>
    <p:sldId id="467" r:id="rId10"/>
    <p:sldId id="468" r:id="rId11"/>
    <p:sldId id="469" r:id="rId12"/>
    <p:sldId id="471" r:id="rId13"/>
    <p:sldId id="484" r:id="rId14"/>
    <p:sldId id="603" r:id="rId15"/>
    <p:sldId id="477" r:id="rId16"/>
    <p:sldId id="480" r:id="rId17"/>
    <p:sldId id="479" r:id="rId18"/>
    <p:sldId id="481" r:id="rId19"/>
    <p:sldId id="478" r:id="rId20"/>
    <p:sldId id="482" r:id="rId21"/>
    <p:sldId id="604" r:id="rId22"/>
    <p:sldId id="605" r:id="rId23"/>
    <p:sldId id="602" r:id="rId24"/>
    <p:sldId id="540" r:id="rId25"/>
    <p:sldId id="519" r:id="rId26"/>
    <p:sldId id="531" r:id="rId27"/>
    <p:sldId id="533" r:id="rId28"/>
    <p:sldId id="535" r:id="rId29"/>
    <p:sldId id="536" r:id="rId30"/>
    <p:sldId id="565" r:id="rId31"/>
    <p:sldId id="566" r:id="rId32"/>
    <p:sldId id="564" r:id="rId33"/>
    <p:sldId id="563" r:id="rId34"/>
    <p:sldId id="562" r:id="rId35"/>
    <p:sldId id="561" r:id="rId36"/>
    <p:sldId id="496" r:id="rId37"/>
    <p:sldId id="489" r:id="rId38"/>
    <p:sldId id="491" r:id="rId39"/>
    <p:sldId id="490" r:id="rId40"/>
    <p:sldId id="492" r:id="rId41"/>
    <p:sldId id="493" r:id="rId42"/>
    <p:sldId id="494" r:id="rId43"/>
    <p:sldId id="497" r:id="rId44"/>
    <p:sldId id="509" r:id="rId45"/>
    <p:sldId id="508" r:id="rId46"/>
    <p:sldId id="501" r:id="rId47"/>
    <p:sldId id="506" r:id="rId48"/>
    <p:sldId id="505" r:id="rId49"/>
    <p:sldId id="512" r:id="rId50"/>
    <p:sldId id="511" r:id="rId51"/>
    <p:sldId id="510" r:id="rId52"/>
    <p:sldId id="517" r:id="rId53"/>
    <p:sldId id="514" r:id="rId54"/>
    <p:sldId id="518" r:id="rId55"/>
    <p:sldId id="516" r:id="rId56"/>
    <p:sldId id="609" r:id="rId57"/>
    <p:sldId id="612" r:id="rId58"/>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TML" id="{24448535-FD19-48AC-A6E4-427A37F44B41}">
          <p14:sldIdLst>
            <p14:sldId id="592"/>
            <p14:sldId id="613"/>
            <p14:sldId id="465"/>
            <p14:sldId id="600"/>
            <p14:sldId id="466"/>
          </p14:sldIdLst>
        </p14:section>
        <p14:section name="Head" id="{9ACE23F2-8A95-4958-BD05-097572B4E23E}">
          <p14:sldIdLst>
            <p14:sldId id="467"/>
            <p14:sldId id="468"/>
            <p14:sldId id="469"/>
            <p14:sldId id="471"/>
          </p14:sldIdLst>
        </p14:section>
        <p14:section name="Body" id="{88D0EBE7-D875-493A-9924-6AA71B53A589}">
          <p14:sldIdLst>
            <p14:sldId id="484"/>
            <p14:sldId id="603"/>
            <p14:sldId id="477"/>
            <p14:sldId id="480"/>
            <p14:sldId id="479"/>
            <p14:sldId id="481"/>
            <p14:sldId id="478"/>
            <p14:sldId id="482"/>
          </p14:sldIdLst>
        </p14:section>
        <p14:section name="HTML5" id="{274E682B-2B34-48F3-82AF-49FFE2E51FEC}">
          <p14:sldIdLst>
            <p14:sldId id="604"/>
            <p14:sldId id="605"/>
            <p14:sldId id="602"/>
          </p14:sldIdLst>
        </p14:section>
        <p14:section name="Szövegformázások" id="{6EE5FB2A-1A1C-4BBB-8CAF-79D0B9C8ACAF}">
          <p14:sldIdLst>
            <p14:sldId id="540"/>
          </p14:sldIdLst>
        </p14:section>
        <p14:section name="Képek" id="{5BEFE112-B676-4E0D-B11D-5AC78813EB46}">
          <p14:sldIdLst>
            <p14:sldId id="519"/>
            <p14:sldId id="531"/>
            <p14:sldId id="533"/>
            <p14:sldId id="535"/>
          </p14:sldIdLst>
        </p14:section>
        <p14:section name="Hivatkozás" id="{23D763BE-468D-4BEA-B4A4-1F605DE8BC60}">
          <p14:sldIdLst>
            <p14:sldId id="536"/>
            <p14:sldId id="565"/>
            <p14:sldId id="566"/>
            <p14:sldId id="564"/>
            <p14:sldId id="563"/>
            <p14:sldId id="562"/>
            <p14:sldId id="561"/>
          </p14:sldIdLst>
        </p14:section>
        <p14:section name="Listák" id="{2D1C0582-D32C-4834-B7A9-9217F2CCA06C}">
          <p14:sldIdLst>
            <p14:sldId id="496"/>
            <p14:sldId id="489"/>
            <p14:sldId id="491"/>
            <p14:sldId id="490"/>
            <p14:sldId id="492"/>
            <p14:sldId id="493"/>
            <p14:sldId id="494"/>
          </p14:sldIdLst>
        </p14:section>
        <p14:section name="Táblázat" id="{F1FBC7F0-47A9-40A8-A43C-5FFA90D4AA8F}">
          <p14:sldIdLst>
            <p14:sldId id="497"/>
            <p14:sldId id="509"/>
            <p14:sldId id="508"/>
            <p14:sldId id="501"/>
            <p14:sldId id="506"/>
            <p14:sldId id="505"/>
            <p14:sldId id="512"/>
            <p14:sldId id="511"/>
            <p14:sldId id="510"/>
            <p14:sldId id="517"/>
            <p14:sldId id="514"/>
            <p14:sldId id="518"/>
            <p14:sldId id="516"/>
          </p14:sldIdLst>
        </p14:section>
        <p14:section name="Vége" id="{ED37B6FE-B0F7-4659-98F6-E1E07A130A79}">
          <p14:sldIdLst>
            <p14:sldId id="609"/>
            <p14:sldId id="6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5B695A-A393-AAF3-10CF-D740C834C6F2}" v="61" dt="2024-06-23T19:20:32.317"/>
    <p1510:client id="{AC2DE306-5FAA-B58F-5A15-88DEACC4E227}" v="7" dt="2024-06-23T19:21:58.550"/>
  </p1510:revLst>
</p1510:revInfo>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Közepesen sötét stílus 2 – 2.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Közepesen sötét stílus 2 – 4.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Stílus és rács nélkül">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Világos stílus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recska Szilárd" userId="S::szilard.jurecska@umszki.hu::a868f86a-7d7e-4629-a73d-05f7105f3772" providerId="AD" clId="Web-{E1250A5A-2BE3-47E6-81E1-9E2770E42B42}"/>
    <pc:docChg chg="sldOrd">
      <pc:chgData name="Jurecska Szilárd" userId="S::szilard.jurecska@umszki.hu::a868f86a-7d7e-4629-a73d-05f7105f3772" providerId="AD" clId="Web-{E1250A5A-2BE3-47E6-81E1-9E2770E42B42}" dt="2023-10-07T21:49:51.894" v="0"/>
      <pc:docMkLst>
        <pc:docMk/>
      </pc:docMkLst>
      <pc:sldChg chg="ord">
        <pc:chgData name="Jurecska Szilárd" userId="S::szilard.jurecska@umszki.hu::a868f86a-7d7e-4629-a73d-05f7105f3772" providerId="AD" clId="Web-{E1250A5A-2BE3-47E6-81E1-9E2770E42B42}" dt="2023-10-07T21:49:51.894" v="0"/>
        <pc:sldMkLst>
          <pc:docMk/>
          <pc:sldMk cId="1962117107" sldId="465"/>
        </pc:sldMkLst>
      </pc:sldChg>
    </pc:docChg>
  </pc:docChgLst>
  <pc:docChgLst>
    <pc:chgData name="Kovács István" userId="S::istvan.kovacs@umszki.hu::d3e05e56-2ede-4f4d-8678-677b52aebd9e" providerId="AD" clId="Web-{259D5901-6AF1-4267-85A5-261D9BCFD0C3}"/>
    <pc:docChg chg="sldOrd">
      <pc:chgData name="Kovács István" userId="S::istvan.kovacs@umszki.hu::d3e05e56-2ede-4f4d-8678-677b52aebd9e" providerId="AD" clId="Web-{259D5901-6AF1-4267-85A5-261D9BCFD0C3}" dt="2023-10-12T11:06:53.715" v="0"/>
      <pc:docMkLst>
        <pc:docMk/>
      </pc:docMkLst>
      <pc:sldChg chg="ord">
        <pc:chgData name="Kovács István" userId="S::istvan.kovacs@umszki.hu::d3e05e56-2ede-4f4d-8678-677b52aebd9e" providerId="AD" clId="Web-{259D5901-6AF1-4267-85A5-261D9BCFD0C3}" dt="2023-10-12T11:06:53.715" v="0"/>
        <pc:sldMkLst>
          <pc:docMk/>
          <pc:sldMk cId="719252785" sldId="603"/>
        </pc:sldMkLst>
      </pc:sldChg>
    </pc:docChg>
  </pc:docChgLst>
  <pc:docChgLst>
    <pc:chgData name="Kriston Dávid" userId="54e85023-c1b6-4e74-99db-0713b476946e" providerId="ADAL" clId="{02BFFAB1-B1C5-4EBB-8965-57D8361A57EE}"/>
    <pc:docChg chg="custSel modSld">
      <pc:chgData name="Kriston Dávid" userId="54e85023-c1b6-4e74-99db-0713b476946e" providerId="ADAL" clId="{02BFFAB1-B1C5-4EBB-8965-57D8361A57EE}" dt="2023-09-28T17:55:11.045" v="45" actId="20577"/>
      <pc:docMkLst>
        <pc:docMk/>
      </pc:docMkLst>
      <pc:sldChg chg="modSp mod">
        <pc:chgData name="Kriston Dávid" userId="54e85023-c1b6-4e74-99db-0713b476946e" providerId="ADAL" clId="{02BFFAB1-B1C5-4EBB-8965-57D8361A57EE}" dt="2023-09-28T17:55:11.045" v="45" actId="20577"/>
        <pc:sldMkLst>
          <pc:docMk/>
          <pc:sldMk cId="3427892402" sldId="256"/>
        </pc:sldMkLst>
        <pc:spChg chg="mod">
          <ac:chgData name="Kriston Dávid" userId="54e85023-c1b6-4e74-99db-0713b476946e" providerId="ADAL" clId="{02BFFAB1-B1C5-4EBB-8965-57D8361A57EE}" dt="2023-09-28T17:54:51.434" v="17" actId="27636"/>
          <ac:spMkLst>
            <pc:docMk/>
            <pc:sldMk cId="3427892402" sldId="256"/>
            <ac:spMk id="7" creationId="{9D007FE0-0BFE-6BEB-DFB5-9B1BACDA56A6}"/>
          </ac:spMkLst>
        </pc:spChg>
        <pc:spChg chg="mod">
          <ac:chgData name="Kriston Dávid" userId="54e85023-c1b6-4e74-99db-0713b476946e" providerId="ADAL" clId="{02BFFAB1-B1C5-4EBB-8965-57D8361A57EE}" dt="2023-09-28T17:55:11.045" v="45" actId="20577"/>
          <ac:spMkLst>
            <pc:docMk/>
            <pc:sldMk cId="3427892402" sldId="256"/>
            <ac:spMk id="12" creationId="{7DD6AAB9-5425-AC10-FD73-D49453168A94}"/>
          </ac:spMkLst>
        </pc:spChg>
      </pc:sldChg>
    </pc:docChg>
  </pc:docChgLst>
  <pc:docChgLst>
    <pc:chgData name="Kriston Dávid" userId="S::david.kriston@umszki.hu::54e85023-c1b6-4e74-99db-0713b476946e" providerId="AD" clId="Web-{AC2DE306-5FAA-B58F-5A15-88DEACC4E227}"/>
    <pc:docChg chg="modSld">
      <pc:chgData name="Kriston Dávid" userId="S::david.kriston@umszki.hu::54e85023-c1b6-4e74-99db-0713b476946e" providerId="AD" clId="Web-{AC2DE306-5FAA-B58F-5A15-88DEACC4E227}" dt="2024-06-23T19:21:58.550" v="5" actId="20577"/>
      <pc:docMkLst>
        <pc:docMk/>
      </pc:docMkLst>
      <pc:sldChg chg="modSp">
        <pc:chgData name="Kriston Dávid" userId="S::david.kriston@umszki.hu::54e85023-c1b6-4e74-99db-0713b476946e" providerId="AD" clId="Web-{AC2DE306-5FAA-B58F-5A15-88DEACC4E227}" dt="2024-06-23T19:21:58.550" v="5" actId="20577"/>
        <pc:sldMkLst>
          <pc:docMk/>
          <pc:sldMk cId="1699995840" sldId="477"/>
        </pc:sldMkLst>
        <pc:spChg chg="mod">
          <ac:chgData name="Kriston Dávid" userId="S::david.kriston@umszki.hu::54e85023-c1b6-4e74-99db-0713b476946e" providerId="AD" clId="Web-{AC2DE306-5FAA-B58F-5A15-88DEACC4E227}" dt="2024-06-23T19:21:58.550" v="5" actId="20577"/>
          <ac:spMkLst>
            <pc:docMk/>
            <pc:sldMk cId="1699995840" sldId="477"/>
            <ac:spMk id="3" creationId="{5783BD27-62E9-C070-0B93-3A5DA05BDC52}"/>
          </ac:spMkLst>
        </pc:spChg>
      </pc:sldChg>
    </pc:docChg>
  </pc:docChgLst>
  <pc:docChgLst>
    <pc:chgData name="Szauter Márk" userId="S::mark.szauter@umszki.hu::55ff2fc2-d6ab-48f3-97ad-520cdc8707d5" providerId="AD" clId="Web-{0B6F9C59-7375-4201-A51C-3D4D6FA3D587}"/>
    <pc:docChg chg="addSld delSld modSection">
      <pc:chgData name="Szauter Márk" userId="S::mark.szauter@umszki.hu::55ff2fc2-d6ab-48f3-97ad-520cdc8707d5" providerId="AD" clId="Web-{0B6F9C59-7375-4201-A51C-3D4D6FA3D587}" dt="2023-11-19T22:23:50.254" v="6"/>
      <pc:docMkLst>
        <pc:docMk/>
      </pc:docMkLst>
      <pc:sldChg chg="add del">
        <pc:chgData name="Szauter Márk" userId="S::mark.szauter@umszki.hu::55ff2fc2-d6ab-48f3-97ad-520cdc8707d5" providerId="AD" clId="Web-{0B6F9C59-7375-4201-A51C-3D4D6FA3D587}" dt="2023-11-19T22:23:47.348" v="3"/>
        <pc:sldMkLst>
          <pc:docMk/>
          <pc:sldMk cId="2547845832" sldId="466"/>
        </pc:sldMkLst>
      </pc:sldChg>
      <pc:sldChg chg="del">
        <pc:chgData name="Szauter Márk" userId="S::mark.szauter@umszki.hu::55ff2fc2-d6ab-48f3-97ad-520cdc8707d5" providerId="AD" clId="Web-{0B6F9C59-7375-4201-A51C-3D4D6FA3D587}" dt="2023-11-19T22:23:50.254" v="6"/>
        <pc:sldMkLst>
          <pc:docMk/>
          <pc:sldMk cId="1688272728" sldId="614"/>
        </pc:sldMkLst>
      </pc:sldChg>
      <pc:sldChg chg="new add del">
        <pc:chgData name="Szauter Márk" userId="S::mark.szauter@umszki.hu::55ff2fc2-d6ab-48f3-97ad-520cdc8707d5" providerId="AD" clId="Web-{0B6F9C59-7375-4201-A51C-3D4D6FA3D587}" dt="2023-11-19T22:23:49.489" v="5"/>
        <pc:sldMkLst>
          <pc:docMk/>
          <pc:sldMk cId="1957454713" sldId="615"/>
        </pc:sldMkLst>
      </pc:sldChg>
    </pc:docChg>
  </pc:docChgLst>
  <pc:docChgLst>
    <pc:chgData name="Kriston Dávid" userId="S::david.kriston@umszki.hu::54e85023-c1b6-4e74-99db-0713b476946e" providerId="AD" clId="Web-{4085E56C-29BA-1B13-9C63-35F2A1EB26A6}"/>
    <pc:docChg chg="modSld">
      <pc:chgData name="Kriston Dávid" userId="S::david.kriston@umszki.hu::54e85023-c1b6-4e74-99db-0713b476946e" providerId="AD" clId="Web-{4085E56C-29BA-1B13-9C63-35F2A1EB26A6}" dt="2023-11-19T12:30:39.889" v="15" actId="20577"/>
      <pc:docMkLst>
        <pc:docMk/>
      </pc:docMkLst>
      <pc:sldChg chg="modSp">
        <pc:chgData name="Kriston Dávid" userId="S::david.kriston@umszki.hu::54e85023-c1b6-4e74-99db-0713b476946e" providerId="AD" clId="Web-{4085E56C-29BA-1B13-9C63-35F2A1EB26A6}" dt="2023-11-19T12:30:39.889" v="15" actId="20577"/>
        <pc:sldMkLst>
          <pc:docMk/>
          <pc:sldMk cId="874038691" sldId="540"/>
        </pc:sldMkLst>
        <pc:spChg chg="mod">
          <ac:chgData name="Kriston Dávid" userId="S::david.kriston@umszki.hu::54e85023-c1b6-4e74-99db-0713b476946e" providerId="AD" clId="Web-{4085E56C-29BA-1B13-9C63-35F2A1EB26A6}" dt="2023-11-19T12:30:39.889" v="15" actId="20577"/>
          <ac:spMkLst>
            <pc:docMk/>
            <pc:sldMk cId="874038691" sldId="540"/>
            <ac:spMk id="3" creationId="{BC6B56F0-77BB-78B5-99C0-5F0000753A99}"/>
          </ac:spMkLst>
        </pc:spChg>
      </pc:sldChg>
    </pc:docChg>
  </pc:docChgLst>
  <pc:docChgLst>
    <pc:chgData name="Kriston Dávid" userId="S::david.kriston@umszki.hu::54e85023-c1b6-4e74-99db-0713b476946e" providerId="AD" clId="Web-{09EBCF8F-A036-195B-B76D-0CF2B94A51ED}"/>
    <pc:docChg chg="sldOrd modSection">
      <pc:chgData name="Kriston Dávid" userId="S::david.kriston@umszki.hu::54e85023-c1b6-4e74-99db-0713b476946e" providerId="AD" clId="Web-{09EBCF8F-A036-195B-B76D-0CF2B94A51ED}" dt="2023-11-20T08:21:29.187" v="0"/>
      <pc:docMkLst>
        <pc:docMk/>
      </pc:docMkLst>
      <pc:sldChg chg="ord">
        <pc:chgData name="Kriston Dávid" userId="S::david.kriston@umszki.hu::54e85023-c1b6-4e74-99db-0713b476946e" providerId="AD" clId="Web-{09EBCF8F-A036-195B-B76D-0CF2B94A51ED}" dt="2023-11-20T08:21:29.187" v="0"/>
        <pc:sldMkLst>
          <pc:docMk/>
          <pc:sldMk cId="3266667378" sldId="535"/>
        </pc:sldMkLst>
      </pc:sldChg>
    </pc:docChg>
  </pc:docChgLst>
  <pc:docChgLst>
    <pc:chgData clId="Web-{0B6F9C59-7375-4201-A51C-3D4D6FA3D587}"/>
    <pc:docChg chg="addSld modSection">
      <pc:chgData name="" userId="" providerId="" clId="Web-{0B6F9C59-7375-4201-A51C-3D4D6FA3D587}" dt="2023-11-19T22:23:40.863" v="0"/>
      <pc:docMkLst>
        <pc:docMk/>
      </pc:docMkLst>
      <pc:sldChg chg="new">
        <pc:chgData name="" userId="" providerId="" clId="Web-{0B6F9C59-7375-4201-A51C-3D4D6FA3D587}" dt="2023-11-19T22:23:40.863" v="0"/>
        <pc:sldMkLst>
          <pc:docMk/>
          <pc:sldMk cId="1688272728" sldId="614"/>
        </pc:sldMkLst>
      </pc:sldChg>
    </pc:docChg>
  </pc:docChgLst>
  <pc:docChgLst>
    <pc:chgData name="Aradi Ádám Bátony" userId="S::adam.batony.aradi@umszki.hu::19c7ff76-6833-4a4a-90f0-9812fd1d1343" providerId="AD" clId="Web-{3A3B2C05-58C0-4136-B1F4-12A46E331121}"/>
    <pc:docChg chg="sldOrd modSection">
      <pc:chgData name="Aradi Ádám Bátony" userId="S::adam.batony.aradi@umszki.hu::19c7ff76-6833-4a4a-90f0-9812fd1d1343" providerId="AD" clId="Web-{3A3B2C05-58C0-4136-B1F4-12A46E331121}" dt="2023-10-08T08:50:53.568" v="0"/>
      <pc:docMkLst>
        <pc:docMk/>
      </pc:docMkLst>
      <pc:sldChg chg="ord">
        <pc:chgData name="Aradi Ádám Bátony" userId="S::adam.batony.aradi@umszki.hu::19c7ff76-6833-4a4a-90f0-9812fd1d1343" providerId="AD" clId="Web-{3A3B2C05-58C0-4136-B1F4-12A46E331121}" dt="2023-10-08T08:50:53.568" v="0"/>
        <pc:sldMkLst>
          <pc:docMk/>
          <pc:sldMk cId="3266667378" sldId="535"/>
        </pc:sldMkLst>
      </pc:sldChg>
    </pc:docChg>
  </pc:docChgLst>
  <pc:docChgLst>
    <pc:chgData name="Kriston Dávid" userId="S::david.kriston@umszki.hu::54e85023-c1b6-4e74-99db-0713b476946e" providerId="AD" clId="Web-{385B695A-A393-AAF3-10CF-D740C834C6F2}"/>
    <pc:docChg chg="delSld modSld sldOrd modSection">
      <pc:chgData name="Kriston Dávid" userId="S::david.kriston@umszki.hu::54e85023-c1b6-4e74-99db-0713b476946e" providerId="AD" clId="Web-{385B695A-A393-AAF3-10CF-D740C834C6F2}" dt="2024-06-23T19:20:30.880" v="53"/>
      <pc:docMkLst>
        <pc:docMk/>
      </pc:docMkLst>
      <pc:sldChg chg="del">
        <pc:chgData name="Kriston Dávid" userId="S::david.kriston@umszki.hu::54e85023-c1b6-4e74-99db-0713b476946e" providerId="AD" clId="Web-{385B695A-A393-AAF3-10CF-D740C834C6F2}" dt="2024-06-23T19:11:40.972" v="0"/>
        <pc:sldMkLst>
          <pc:docMk/>
          <pc:sldMk cId="2957562820" sldId="473"/>
        </pc:sldMkLst>
      </pc:sldChg>
      <pc:sldChg chg="modSp">
        <pc:chgData name="Kriston Dávid" userId="S::david.kriston@umszki.hu::54e85023-c1b6-4e74-99db-0713b476946e" providerId="AD" clId="Web-{385B695A-A393-AAF3-10CF-D740C834C6F2}" dt="2024-06-23T19:20:30.880" v="53"/>
        <pc:sldMkLst>
          <pc:docMk/>
          <pc:sldMk cId="3853081468" sldId="516"/>
        </pc:sldMkLst>
        <pc:graphicFrameChg chg="mod modGraphic">
          <ac:chgData name="Kriston Dávid" userId="S::david.kriston@umszki.hu::54e85023-c1b6-4e74-99db-0713b476946e" providerId="AD" clId="Web-{385B695A-A393-AAF3-10CF-D740C834C6F2}" dt="2024-06-23T19:20:30.880" v="53"/>
          <ac:graphicFrameMkLst>
            <pc:docMk/>
            <pc:sldMk cId="3853081468" sldId="516"/>
            <ac:graphicFrameMk id="2" creationId="{AB2C17F8-8053-08AC-E7FE-2B8061CB27A0}"/>
          </ac:graphicFrameMkLst>
        </pc:graphicFrameChg>
      </pc:sldChg>
      <pc:sldChg chg="ord">
        <pc:chgData name="Kriston Dávid" userId="S::david.kriston@umszki.hu::54e85023-c1b6-4e74-99db-0713b476946e" providerId="AD" clId="Web-{385B695A-A393-AAF3-10CF-D740C834C6F2}" dt="2024-06-23T19:11:52.597" v="1"/>
        <pc:sldMkLst>
          <pc:docMk/>
          <pc:sldMk cId="719252785" sldId="60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5423BF7-0849-4FFD-9534-69187185BB6A}"/>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a:extLst>
              <a:ext uri="{FF2B5EF4-FFF2-40B4-BE49-F238E27FC236}">
                <a16:creationId xmlns:a16="http://schemas.microsoft.com/office/drawing/2014/main" id="{FDF9BA2B-0774-4389-A126-BCAC7D5897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F50EE0ED-BC47-4042-901C-065FEF9D9E9B}"/>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5" name="Élőláb helye 4">
            <a:extLst>
              <a:ext uri="{FF2B5EF4-FFF2-40B4-BE49-F238E27FC236}">
                <a16:creationId xmlns:a16="http://schemas.microsoft.com/office/drawing/2014/main" id="{19AA0EB4-2762-41DC-82E8-C1ADBF27FE9D}"/>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5DE0E843-8D9E-4BF7-B43D-15F497B05227}"/>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3033142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D865D9F-564C-4BA3-B0DF-8B9735F3F70C}"/>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35134F54-AF52-4489-A1DD-D885F6B0BB3C}"/>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2722DE05-83A1-4F04-A5FB-2CDBBC6B0C82}"/>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5" name="Élőláb helye 4">
            <a:extLst>
              <a:ext uri="{FF2B5EF4-FFF2-40B4-BE49-F238E27FC236}">
                <a16:creationId xmlns:a16="http://schemas.microsoft.com/office/drawing/2014/main" id="{F89D3148-AF17-4B3F-8127-1B2909757D13}"/>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8A605106-EB5F-4F6C-AE9E-AEFDD26BB749}"/>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2534264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090DFC3-3308-45EB-B00E-055EFA2FC390}"/>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a:extLst>
              <a:ext uri="{FF2B5EF4-FFF2-40B4-BE49-F238E27FC236}">
                <a16:creationId xmlns:a16="http://schemas.microsoft.com/office/drawing/2014/main" id="{57B662FB-348E-49DD-BC89-A3130EE123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A5870A5A-0002-4AE7-BE6C-8C6D5A1E3066}"/>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5" name="Élőláb helye 4">
            <a:extLst>
              <a:ext uri="{FF2B5EF4-FFF2-40B4-BE49-F238E27FC236}">
                <a16:creationId xmlns:a16="http://schemas.microsoft.com/office/drawing/2014/main" id="{82B637F8-DBE9-4FCA-8149-079D8C868397}"/>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F483E344-EC36-4116-B2DA-A47D57E7B40B}"/>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3405140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124E0DB-5D7B-4EA3-A84E-654706C0CAD4}"/>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4E7DC15E-7A52-4C81-8395-AEBD811C6BD5}"/>
              </a:ext>
            </a:extLst>
          </p:cNvPr>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a:extLst>
              <a:ext uri="{FF2B5EF4-FFF2-40B4-BE49-F238E27FC236}">
                <a16:creationId xmlns:a16="http://schemas.microsoft.com/office/drawing/2014/main" id="{00EC596B-2920-44CA-89C3-B4FB84B3AD3C}"/>
              </a:ext>
            </a:extLst>
          </p:cNvPr>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a:extLst>
              <a:ext uri="{FF2B5EF4-FFF2-40B4-BE49-F238E27FC236}">
                <a16:creationId xmlns:a16="http://schemas.microsoft.com/office/drawing/2014/main" id="{222C9692-6C33-433D-B0EC-B97354DC82E3}"/>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6" name="Élőláb helye 5">
            <a:extLst>
              <a:ext uri="{FF2B5EF4-FFF2-40B4-BE49-F238E27FC236}">
                <a16:creationId xmlns:a16="http://schemas.microsoft.com/office/drawing/2014/main" id="{2071EED8-4FFE-41D2-8BB9-442CAEA81BEC}"/>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897E1D4D-7E22-4EA3-A5DC-F2FC16AC9945}"/>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3744005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F54BA04-129E-4817-A63A-DD9E36589F96}"/>
              </a:ext>
            </a:extLst>
          </p:cNvPr>
          <p:cNvSpPr>
            <a:spLocks noGrp="1"/>
          </p:cNvSpPr>
          <p:nvPr>
            <p:ph type="title"/>
          </p:nvPr>
        </p:nvSpPr>
        <p:spPr>
          <a:xfrm>
            <a:off x="839788" y="365125"/>
            <a:ext cx="10515600" cy="1325563"/>
          </a:xfrm>
        </p:spPr>
        <p:txBody>
          <a:bodyPr/>
          <a:lstStyle/>
          <a:p>
            <a:r>
              <a:rPr lang="hu-HU"/>
              <a:t>Mintacím szerkesztése</a:t>
            </a:r>
          </a:p>
        </p:txBody>
      </p:sp>
      <p:sp>
        <p:nvSpPr>
          <p:cNvPr id="3" name="Szöveg helye 2">
            <a:extLst>
              <a:ext uri="{FF2B5EF4-FFF2-40B4-BE49-F238E27FC236}">
                <a16:creationId xmlns:a16="http://schemas.microsoft.com/office/drawing/2014/main" id="{D09F566C-ACD2-4F90-9871-677D013BB0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91A8C4C5-FBC5-4626-B091-2ECFE7F6DDD0}"/>
              </a:ext>
            </a:extLst>
          </p:cNvPr>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a:extLst>
              <a:ext uri="{FF2B5EF4-FFF2-40B4-BE49-F238E27FC236}">
                <a16:creationId xmlns:a16="http://schemas.microsoft.com/office/drawing/2014/main" id="{8EBB6858-DA22-45C8-A799-2C84239797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C831AA50-D77D-49B3-91A3-64F55EB7A904}"/>
              </a:ext>
            </a:extLst>
          </p:cNvPr>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a:extLst>
              <a:ext uri="{FF2B5EF4-FFF2-40B4-BE49-F238E27FC236}">
                <a16:creationId xmlns:a16="http://schemas.microsoft.com/office/drawing/2014/main" id="{B7E78935-9450-4FB6-8438-D80D226E8F25}"/>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8" name="Élőláb helye 7">
            <a:extLst>
              <a:ext uri="{FF2B5EF4-FFF2-40B4-BE49-F238E27FC236}">
                <a16:creationId xmlns:a16="http://schemas.microsoft.com/office/drawing/2014/main" id="{B560EB1D-C1CB-4BA0-A753-2668661BF3A2}"/>
              </a:ext>
            </a:extLst>
          </p:cNvPr>
          <p:cNvSpPr>
            <a:spLocks noGrp="1"/>
          </p:cNvSpPr>
          <p:nvPr>
            <p:ph type="ftr" sz="quarter" idx="11"/>
          </p:nvPr>
        </p:nvSpPr>
        <p:spPr/>
        <p:txBody>
          <a:bodyPr/>
          <a:lstStyle/>
          <a:p>
            <a:endParaRPr lang="hu-HU"/>
          </a:p>
        </p:txBody>
      </p:sp>
      <p:sp>
        <p:nvSpPr>
          <p:cNvPr id="9" name="Dia számának helye 8">
            <a:extLst>
              <a:ext uri="{FF2B5EF4-FFF2-40B4-BE49-F238E27FC236}">
                <a16:creationId xmlns:a16="http://schemas.microsoft.com/office/drawing/2014/main" id="{60B122EF-0A0E-480D-97E8-7D8F50F44719}"/>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89088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D97D788-5D35-4D59-BC6D-AC014E705045}"/>
              </a:ext>
            </a:extLst>
          </p:cNvPr>
          <p:cNvSpPr>
            <a:spLocks noGrp="1"/>
          </p:cNvSpPr>
          <p:nvPr>
            <p:ph type="title"/>
          </p:nvPr>
        </p:nvSpPr>
        <p:spPr/>
        <p:txBody>
          <a:bodyPr/>
          <a:lstStyle/>
          <a:p>
            <a:r>
              <a:rPr lang="hu-HU"/>
              <a:t>Mintacím szerkesztése</a:t>
            </a:r>
          </a:p>
        </p:txBody>
      </p:sp>
      <p:sp>
        <p:nvSpPr>
          <p:cNvPr id="3" name="Dátum helye 2">
            <a:extLst>
              <a:ext uri="{FF2B5EF4-FFF2-40B4-BE49-F238E27FC236}">
                <a16:creationId xmlns:a16="http://schemas.microsoft.com/office/drawing/2014/main" id="{CB4A8B48-B509-4D84-8CF6-E7398BD1A796}"/>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4" name="Élőláb helye 3">
            <a:extLst>
              <a:ext uri="{FF2B5EF4-FFF2-40B4-BE49-F238E27FC236}">
                <a16:creationId xmlns:a16="http://schemas.microsoft.com/office/drawing/2014/main" id="{89CF11B8-43C2-4A04-BA3D-E7FDED5E3377}"/>
              </a:ext>
            </a:extLst>
          </p:cNvPr>
          <p:cNvSpPr>
            <a:spLocks noGrp="1"/>
          </p:cNvSpPr>
          <p:nvPr>
            <p:ph type="ftr" sz="quarter" idx="11"/>
          </p:nvPr>
        </p:nvSpPr>
        <p:spPr/>
        <p:txBody>
          <a:bodyPr/>
          <a:lstStyle/>
          <a:p>
            <a:endParaRPr lang="hu-HU"/>
          </a:p>
        </p:txBody>
      </p:sp>
      <p:sp>
        <p:nvSpPr>
          <p:cNvPr id="5" name="Dia számának helye 4">
            <a:extLst>
              <a:ext uri="{FF2B5EF4-FFF2-40B4-BE49-F238E27FC236}">
                <a16:creationId xmlns:a16="http://schemas.microsoft.com/office/drawing/2014/main" id="{96D7A8B5-2DF7-40C8-946D-4D2F15FD254B}"/>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1272119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281A5ED8-1650-4179-96E2-A8E9E51A7AA8}"/>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3" name="Élőláb helye 2">
            <a:extLst>
              <a:ext uri="{FF2B5EF4-FFF2-40B4-BE49-F238E27FC236}">
                <a16:creationId xmlns:a16="http://schemas.microsoft.com/office/drawing/2014/main" id="{678AF215-B0F5-40AB-8B7D-DE20F55A33A3}"/>
              </a:ext>
            </a:extLst>
          </p:cNvPr>
          <p:cNvSpPr>
            <a:spLocks noGrp="1"/>
          </p:cNvSpPr>
          <p:nvPr>
            <p:ph type="ftr" sz="quarter" idx="11"/>
          </p:nvPr>
        </p:nvSpPr>
        <p:spPr/>
        <p:txBody>
          <a:bodyPr/>
          <a:lstStyle/>
          <a:p>
            <a:endParaRPr lang="hu-HU"/>
          </a:p>
        </p:txBody>
      </p:sp>
      <p:sp>
        <p:nvSpPr>
          <p:cNvPr id="4" name="Dia számának helye 3">
            <a:extLst>
              <a:ext uri="{FF2B5EF4-FFF2-40B4-BE49-F238E27FC236}">
                <a16:creationId xmlns:a16="http://schemas.microsoft.com/office/drawing/2014/main" id="{BD3ADDA0-8BAE-4D2A-8E87-C2EBA301A00F}"/>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3566869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BBA783C-0060-43A8-BE94-14286ED82BF6}"/>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a:extLst>
              <a:ext uri="{FF2B5EF4-FFF2-40B4-BE49-F238E27FC236}">
                <a16:creationId xmlns:a16="http://schemas.microsoft.com/office/drawing/2014/main" id="{D10224CA-80C0-4C03-947A-E4AF5B7C41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a:extLst>
              <a:ext uri="{FF2B5EF4-FFF2-40B4-BE49-F238E27FC236}">
                <a16:creationId xmlns:a16="http://schemas.microsoft.com/office/drawing/2014/main" id="{76E1B9D3-19A9-4761-BEDA-8474BF527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36BDA399-DBE7-481A-B755-33153B924C05}"/>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6" name="Élőláb helye 5">
            <a:extLst>
              <a:ext uri="{FF2B5EF4-FFF2-40B4-BE49-F238E27FC236}">
                <a16:creationId xmlns:a16="http://schemas.microsoft.com/office/drawing/2014/main" id="{C1F78114-70E0-41CF-A664-5AEC560A8082}"/>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62A0BFF4-593E-4863-9930-507FDC23DF0F}"/>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2842442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E330FA0-C1BD-430B-A819-30935A0C4B7D}"/>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a:extLst>
              <a:ext uri="{FF2B5EF4-FFF2-40B4-BE49-F238E27FC236}">
                <a16:creationId xmlns:a16="http://schemas.microsoft.com/office/drawing/2014/main" id="{697144A5-80DD-4191-9D46-CCEEA565D4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a:extLst>
              <a:ext uri="{FF2B5EF4-FFF2-40B4-BE49-F238E27FC236}">
                <a16:creationId xmlns:a16="http://schemas.microsoft.com/office/drawing/2014/main" id="{E3441BCF-6261-478E-AE5A-B6CBA378F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102C53AD-681F-4451-AE54-D35CD3CEDEE4}"/>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6" name="Élőláb helye 5">
            <a:extLst>
              <a:ext uri="{FF2B5EF4-FFF2-40B4-BE49-F238E27FC236}">
                <a16:creationId xmlns:a16="http://schemas.microsoft.com/office/drawing/2014/main" id="{6E57D68A-9409-42FA-A946-83994CE95603}"/>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F19854F0-BF42-42D0-8675-0B1480AF65F8}"/>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1887013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3015694-DFD1-4689-BB86-CC9A43CA98CB}"/>
              </a:ext>
            </a:extLst>
          </p:cNvPr>
          <p:cNvSpPr>
            <a:spLocks noGrp="1"/>
          </p:cNvSpPr>
          <p:nvPr>
            <p:ph type="title"/>
          </p:nvPr>
        </p:nvSpPr>
        <p:spPr/>
        <p:txBody>
          <a:bodyPr/>
          <a:lstStyle/>
          <a:p>
            <a:r>
              <a:rPr lang="hu-HU"/>
              <a:t>Mintacím szerkesztése</a:t>
            </a:r>
          </a:p>
        </p:txBody>
      </p:sp>
      <p:sp>
        <p:nvSpPr>
          <p:cNvPr id="3" name="Függőleges szöveg helye 2">
            <a:extLst>
              <a:ext uri="{FF2B5EF4-FFF2-40B4-BE49-F238E27FC236}">
                <a16:creationId xmlns:a16="http://schemas.microsoft.com/office/drawing/2014/main" id="{90763881-3B0D-4BF7-9D87-FEA0C11295A6}"/>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F10A07B4-EE43-4B92-A43A-6DED1D8E0D9A}"/>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5" name="Élőláb helye 4">
            <a:extLst>
              <a:ext uri="{FF2B5EF4-FFF2-40B4-BE49-F238E27FC236}">
                <a16:creationId xmlns:a16="http://schemas.microsoft.com/office/drawing/2014/main" id="{3D5E8BEC-02F1-4EBB-8FBE-4E6BB772860D}"/>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573273A7-FC46-4F7B-B848-CB023C6EFC19}"/>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97159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1FE4A583-E44C-41ED-9D67-DBB9A702A730}"/>
              </a:ext>
            </a:extLst>
          </p:cNvPr>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a:extLst>
              <a:ext uri="{FF2B5EF4-FFF2-40B4-BE49-F238E27FC236}">
                <a16:creationId xmlns:a16="http://schemas.microsoft.com/office/drawing/2014/main" id="{9AFEF618-D852-44AD-B204-D71C236187E3}"/>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0F222319-F3DF-4E5A-92EE-79C21749BF0A}"/>
              </a:ext>
            </a:extLst>
          </p:cNvPr>
          <p:cNvSpPr>
            <a:spLocks noGrp="1"/>
          </p:cNvSpPr>
          <p:nvPr>
            <p:ph type="dt" sz="half" idx="10"/>
          </p:nvPr>
        </p:nvSpPr>
        <p:spPr/>
        <p:txBody>
          <a:bodyPr/>
          <a:lstStyle/>
          <a:p>
            <a:fld id="{1C6963FD-72B9-4530-BAE9-6262F6092239}" type="datetimeFigureOut">
              <a:rPr lang="hu-HU" smtClean="0"/>
              <a:t>2024. 06. 23.</a:t>
            </a:fld>
            <a:endParaRPr lang="hu-HU"/>
          </a:p>
        </p:txBody>
      </p:sp>
      <p:sp>
        <p:nvSpPr>
          <p:cNvPr id="5" name="Élőláb helye 4">
            <a:extLst>
              <a:ext uri="{FF2B5EF4-FFF2-40B4-BE49-F238E27FC236}">
                <a16:creationId xmlns:a16="http://schemas.microsoft.com/office/drawing/2014/main" id="{014EE48E-1D9B-4B4B-9AEB-F3D30C699CCA}"/>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C32A9A91-EE87-4573-AF89-A34A2E84BE23}"/>
              </a:ext>
            </a:extLst>
          </p:cNvPr>
          <p:cNvSpPr>
            <a:spLocks noGrp="1"/>
          </p:cNvSpPr>
          <p:nvPr>
            <p:ph type="sldNum" sz="quarter" idx="12"/>
          </p:nvPr>
        </p:nvSpPr>
        <p:spPr/>
        <p:txBody>
          <a:bodyPr/>
          <a:lstStyle/>
          <a:p>
            <a:fld id="{900DBCAE-9D5B-4BBE-A70A-DF395F10955C}" type="slidenum">
              <a:rPr lang="hu-HU" smtClean="0"/>
              <a:t>‹#›</a:t>
            </a:fld>
            <a:endParaRPr lang="hu-HU"/>
          </a:p>
        </p:txBody>
      </p:sp>
    </p:spTree>
    <p:extLst>
      <p:ext uri="{BB962C8B-B14F-4D97-AF65-F5344CB8AC3E}">
        <p14:creationId xmlns:p14="http://schemas.microsoft.com/office/powerpoint/2010/main" val="3940820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E2E96B5C-2312-407B-8B3C-114B0EDD52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a:extLst>
              <a:ext uri="{FF2B5EF4-FFF2-40B4-BE49-F238E27FC236}">
                <a16:creationId xmlns:a16="http://schemas.microsoft.com/office/drawing/2014/main" id="{6998ABD2-FDF9-4877-A57C-0D7151FB5E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2C601FED-8FCA-4996-B580-B6BD769EF4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963FD-72B9-4530-BAE9-6262F6092239}" type="datetimeFigureOut">
              <a:rPr lang="hu-HU" smtClean="0"/>
              <a:t>2024. 06. 23.</a:t>
            </a:fld>
            <a:endParaRPr lang="hu-HU"/>
          </a:p>
        </p:txBody>
      </p:sp>
      <p:sp>
        <p:nvSpPr>
          <p:cNvPr id="5" name="Élőláb helye 4">
            <a:extLst>
              <a:ext uri="{FF2B5EF4-FFF2-40B4-BE49-F238E27FC236}">
                <a16:creationId xmlns:a16="http://schemas.microsoft.com/office/drawing/2014/main" id="{5D5E9469-92B6-412B-BE92-4693FC1F7B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u-HU"/>
          </a:p>
        </p:txBody>
      </p:sp>
      <p:sp>
        <p:nvSpPr>
          <p:cNvPr id="6" name="Dia számának helye 5">
            <a:extLst>
              <a:ext uri="{FF2B5EF4-FFF2-40B4-BE49-F238E27FC236}">
                <a16:creationId xmlns:a16="http://schemas.microsoft.com/office/drawing/2014/main" id="{EDA90807-30DA-4A14-A925-80273E8C7B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0DBCAE-9D5B-4BBE-A70A-DF395F10955C}" type="slidenum">
              <a:rPr lang="hu-HU" smtClean="0"/>
              <a:t>‹#›</a:t>
            </a:fld>
            <a:endParaRPr lang="hu-HU"/>
          </a:p>
        </p:txBody>
      </p:sp>
    </p:spTree>
    <p:extLst>
      <p:ext uri="{BB962C8B-B14F-4D97-AF65-F5344CB8AC3E}">
        <p14:creationId xmlns:p14="http://schemas.microsoft.com/office/powerpoint/2010/main" val="1662015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hyperlink" Target="https://creativecommons.org/licenses/by-nc-sa/2.5/hu/" TargetMode="External"/><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hyperlink" Target="http://creativecommons.org/licenses/by-nc-sa/2.5/h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5" name="Egyenes összekötő 4">
            <a:extLst>
              <a:ext uri="{FF2B5EF4-FFF2-40B4-BE49-F238E27FC236}">
                <a16:creationId xmlns:a16="http://schemas.microsoft.com/office/drawing/2014/main" id="{F88A5CD5-57B9-0952-BDEE-1F8119C33258}"/>
              </a:ext>
            </a:extLst>
          </p:cNvPr>
          <p:cNvCxnSpPr/>
          <p:nvPr/>
        </p:nvCxnSpPr>
        <p:spPr>
          <a:xfrm>
            <a:off x="3224613" y="4014897"/>
            <a:ext cx="574277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ím 1">
            <a:extLst>
              <a:ext uri="{FF2B5EF4-FFF2-40B4-BE49-F238E27FC236}">
                <a16:creationId xmlns:a16="http://schemas.microsoft.com/office/drawing/2014/main" id="{40F17ED3-9C84-8B8D-836F-90D384F3EFB8}"/>
              </a:ext>
            </a:extLst>
          </p:cNvPr>
          <p:cNvSpPr>
            <a:spLocks noGrp="1"/>
          </p:cNvSpPr>
          <p:nvPr>
            <p:ph type="ctrTitle"/>
          </p:nvPr>
        </p:nvSpPr>
        <p:spPr>
          <a:xfrm>
            <a:off x="3045368" y="2717564"/>
            <a:ext cx="6105194" cy="1008393"/>
          </a:xfrm>
        </p:spPr>
        <p:txBody>
          <a:bodyPr>
            <a:normAutofit/>
          </a:bodyPr>
          <a:lstStyle/>
          <a:p>
            <a:r>
              <a:rPr lang="hu-HU" b="1">
                <a:solidFill>
                  <a:srgbClr val="FFFFFF"/>
                </a:solidFill>
              </a:rPr>
              <a:t>HTML</a:t>
            </a:r>
          </a:p>
        </p:txBody>
      </p:sp>
      <p:sp>
        <p:nvSpPr>
          <p:cNvPr id="13" name="Alcím 2">
            <a:extLst>
              <a:ext uri="{FF2B5EF4-FFF2-40B4-BE49-F238E27FC236}">
                <a16:creationId xmlns:a16="http://schemas.microsoft.com/office/drawing/2014/main" id="{B4669C66-9CCF-CAE3-B920-3B9C5C34BA40}"/>
              </a:ext>
            </a:extLst>
          </p:cNvPr>
          <p:cNvSpPr>
            <a:spLocks noGrp="1"/>
          </p:cNvSpPr>
          <p:nvPr>
            <p:ph type="subTitle" idx="1"/>
          </p:nvPr>
        </p:nvSpPr>
        <p:spPr>
          <a:xfrm>
            <a:off x="3036281" y="4268860"/>
            <a:ext cx="6105194" cy="682079"/>
          </a:xfrm>
        </p:spPr>
        <p:txBody>
          <a:bodyPr>
            <a:normAutofit/>
          </a:bodyPr>
          <a:lstStyle/>
          <a:p>
            <a:r>
              <a:rPr lang="en-US" sz="2400" b="1">
                <a:solidFill>
                  <a:schemeClr val="bg1"/>
                </a:solidFill>
              </a:rPr>
              <a:t>Hyper</a:t>
            </a:r>
            <a:r>
              <a:rPr lang="hu-HU" sz="2400" b="1">
                <a:solidFill>
                  <a:schemeClr val="bg1"/>
                </a:solidFill>
              </a:rPr>
              <a:t> </a:t>
            </a:r>
            <a:r>
              <a:rPr lang="en-US" sz="2400" b="1">
                <a:solidFill>
                  <a:schemeClr val="bg1"/>
                </a:solidFill>
              </a:rPr>
              <a:t>Text Markup Language</a:t>
            </a:r>
          </a:p>
        </p:txBody>
      </p:sp>
    </p:spTree>
    <p:extLst>
      <p:ext uri="{BB962C8B-B14F-4D97-AF65-F5344CB8AC3E}">
        <p14:creationId xmlns:p14="http://schemas.microsoft.com/office/powerpoint/2010/main" val="603917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7">
            <a:extLst>
              <a:ext uri="{FF2B5EF4-FFF2-40B4-BE49-F238E27FC236}">
                <a16:creationId xmlns:a16="http://schemas.microsoft.com/office/drawing/2014/main" id="{745340DB-3F8C-C34D-0493-521BB06665B7}"/>
              </a:ext>
            </a:extLst>
          </p:cNvPr>
          <p:cNvSpPr txBox="1">
            <a:spLocks/>
          </p:cNvSpPr>
          <p:nvPr/>
        </p:nvSpPr>
        <p:spPr>
          <a:xfrm>
            <a:off x="6206383" y="1349785"/>
            <a:ext cx="5183188" cy="42668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Ez csak egy jegyzet!</a:t>
            </a:r>
          </a:p>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A felkészülést segíti…</a:t>
            </a:r>
          </a:p>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Nem a teljes tananyag!</a:t>
            </a:r>
          </a:p>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Tartalmaz szemléltetést. </a:t>
            </a:r>
          </a:p>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De nélkülözi az oktató </a:t>
            </a:r>
          </a:p>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szóban hozzáfűzött</a:t>
            </a:r>
          </a:p>
          <a:p>
            <a:pPr marL="0" indent="0" algn="ctr">
              <a:lnSpc>
                <a:spcPct val="120000"/>
              </a:lnSpc>
              <a:buFont typeface="Arial" panose="020B0604020202020204" pitchFamily="34" charset="0"/>
              <a:buNone/>
            </a:pPr>
            <a:r>
              <a:rPr lang="hu-HU" sz="2600" b="1" noProof="1">
                <a:solidFill>
                  <a:schemeClr val="bg1"/>
                </a:solidFill>
                <a:latin typeface="Arial" panose="020B0604020202020204" pitchFamily="34" charset="0"/>
                <a:cs typeface="Arial" panose="020B0604020202020204" pitchFamily="34" charset="0"/>
              </a:rPr>
              <a:t>magyarázatát. </a:t>
            </a:r>
          </a:p>
        </p:txBody>
      </p:sp>
      <p:sp>
        <p:nvSpPr>
          <p:cNvPr id="21" name="Ellipszis 20">
            <a:extLst>
              <a:ext uri="{FF2B5EF4-FFF2-40B4-BE49-F238E27FC236}">
                <a16:creationId xmlns:a16="http://schemas.microsoft.com/office/drawing/2014/main" id="{EE4B3A6B-2246-C9AE-832E-9A4AA548D020}"/>
              </a:ext>
            </a:extLst>
          </p:cNvPr>
          <p:cNvSpPr/>
          <p:nvPr/>
        </p:nvSpPr>
        <p:spPr>
          <a:xfrm>
            <a:off x="2760291" y="1743342"/>
            <a:ext cx="931492" cy="93149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22" name="Téglalap 21">
            <a:extLst>
              <a:ext uri="{FF2B5EF4-FFF2-40B4-BE49-F238E27FC236}">
                <a16:creationId xmlns:a16="http://schemas.microsoft.com/office/drawing/2014/main" id="{0945C9AE-761A-2316-701D-D4526ADC30C3}"/>
              </a:ext>
            </a:extLst>
          </p:cNvPr>
          <p:cNvSpPr/>
          <p:nvPr/>
        </p:nvSpPr>
        <p:spPr>
          <a:xfrm>
            <a:off x="863125" y="3674692"/>
            <a:ext cx="700755" cy="7776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hu-HU"/>
          </a:p>
        </p:txBody>
      </p:sp>
      <p:sp>
        <p:nvSpPr>
          <p:cNvPr id="23" name="Téglalap 22">
            <a:extLst>
              <a:ext uri="{FF2B5EF4-FFF2-40B4-BE49-F238E27FC236}">
                <a16:creationId xmlns:a16="http://schemas.microsoft.com/office/drawing/2014/main" id="{4F5D0DEF-3575-5CA6-A722-76ECF265A918}"/>
              </a:ext>
            </a:extLst>
          </p:cNvPr>
          <p:cNvSpPr/>
          <p:nvPr/>
        </p:nvSpPr>
        <p:spPr>
          <a:xfrm>
            <a:off x="1849452" y="3674691"/>
            <a:ext cx="700755" cy="7776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hu-HU"/>
          </a:p>
        </p:txBody>
      </p:sp>
      <p:sp>
        <p:nvSpPr>
          <p:cNvPr id="25" name="Téglalap 24">
            <a:extLst>
              <a:ext uri="{FF2B5EF4-FFF2-40B4-BE49-F238E27FC236}">
                <a16:creationId xmlns:a16="http://schemas.microsoft.com/office/drawing/2014/main" id="{807E8CB0-8249-BDB1-731C-8A30273A1D36}"/>
              </a:ext>
            </a:extLst>
          </p:cNvPr>
          <p:cNvSpPr/>
          <p:nvPr/>
        </p:nvSpPr>
        <p:spPr>
          <a:xfrm>
            <a:off x="2832341" y="3673623"/>
            <a:ext cx="700755" cy="7776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hu-HU"/>
          </a:p>
        </p:txBody>
      </p:sp>
      <p:sp>
        <p:nvSpPr>
          <p:cNvPr id="26" name="Téglalap 25">
            <a:extLst>
              <a:ext uri="{FF2B5EF4-FFF2-40B4-BE49-F238E27FC236}">
                <a16:creationId xmlns:a16="http://schemas.microsoft.com/office/drawing/2014/main" id="{52CCE938-F852-9895-A6F4-13C9C5465A9D}"/>
              </a:ext>
            </a:extLst>
          </p:cNvPr>
          <p:cNvSpPr/>
          <p:nvPr/>
        </p:nvSpPr>
        <p:spPr>
          <a:xfrm>
            <a:off x="2349293" y="2682078"/>
            <a:ext cx="308449" cy="7776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hu-HU"/>
          </a:p>
        </p:txBody>
      </p:sp>
      <p:sp>
        <p:nvSpPr>
          <p:cNvPr id="27" name="Téglalap 26">
            <a:extLst>
              <a:ext uri="{FF2B5EF4-FFF2-40B4-BE49-F238E27FC236}">
                <a16:creationId xmlns:a16="http://schemas.microsoft.com/office/drawing/2014/main" id="{CDEB834C-41F5-4C9D-A79A-E7007879E5F6}"/>
              </a:ext>
            </a:extLst>
          </p:cNvPr>
          <p:cNvSpPr/>
          <p:nvPr/>
        </p:nvSpPr>
        <p:spPr>
          <a:xfrm>
            <a:off x="1392639" y="2707716"/>
            <a:ext cx="308449" cy="77766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hu-HU"/>
          </a:p>
        </p:txBody>
      </p:sp>
      <p:sp>
        <p:nvSpPr>
          <p:cNvPr id="28" name="Téglalap 27">
            <a:extLst>
              <a:ext uri="{FF2B5EF4-FFF2-40B4-BE49-F238E27FC236}">
                <a16:creationId xmlns:a16="http://schemas.microsoft.com/office/drawing/2014/main" id="{DEE7A0C7-58E2-EB4C-654D-69262E7286C0}"/>
              </a:ext>
            </a:extLst>
          </p:cNvPr>
          <p:cNvSpPr/>
          <p:nvPr/>
        </p:nvSpPr>
        <p:spPr>
          <a:xfrm>
            <a:off x="1849452" y="1743342"/>
            <a:ext cx="308449" cy="777667"/>
          </a:xfrm>
          <a:prstGeom prst="rect">
            <a:avLst/>
          </a:prstGeom>
          <a:solidFill>
            <a:srgbClr val="FF00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hu-HU"/>
          </a:p>
        </p:txBody>
      </p:sp>
      <p:pic>
        <p:nvPicPr>
          <p:cNvPr id="20" name="Ábra 19" descr="Leltárhiba egyszínű kitöltéssel">
            <a:extLst>
              <a:ext uri="{FF2B5EF4-FFF2-40B4-BE49-F238E27FC236}">
                <a16:creationId xmlns:a16="http://schemas.microsoft.com/office/drawing/2014/main" id="{36B6270D-14E5-B47A-038F-3257D99048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7505" y="1281403"/>
            <a:ext cx="3630294" cy="3630294"/>
          </a:xfrm>
          <a:prstGeom prst="rect">
            <a:avLst/>
          </a:prstGeom>
        </p:spPr>
      </p:pic>
    </p:spTree>
    <p:extLst>
      <p:ext uri="{BB962C8B-B14F-4D97-AF65-F5344CB8AC3E}">
        <p14:creationId xmlns:p14="http://schemas.microsoft.com/office/powerpoint/2010/main" val="251284302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HTML</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endParaRPr lang="hu-HU" sz="2000" b="1">
              <a:solidFill>
                <a:srgbClr val="0000FF"/>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html</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chemeClr val="accent6"/>
                </a:solidFill>
                <a:highlight>
                  <a:srgbClr val="FFFFFF"/>
                </a:highlight>
                <a:latin typeface="Consolas" panose="020B0609020204030204" pitchFamily="49" charset="0"/>
              </a:rPr>
              <a:t>		&lt;!-- böngészőnek szóló információk --&gt;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hu-HU" sz="2000" b="1" noProof="1">
                <a:solidFill>
                  <a:srgbClr val="0000FF"/>
                </a:solidFill>
                <a:highlight>
                  <a:srgbClr val="FFFFFF"/>
                </a:highlight>
                <a:latin typeface="Consolas" panose="020B0609020204030204" pitchFamily="49" charset="0"/>
              </a:rPr>
              <a:t>body</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chemeClr val="accent6"/>
                </a:solidFill>
                <a:highlight>
                  <a:srgbClr val="FFFFFF"/>
                </a:highlight>
                <a:latin typeface="Consolas" panose="020B0609020204030204" pitchFamily="49" charset="0"/>
              </a:rPr>
              <a:t>	&lt;!-- megjelenítendő tartalom leírása --&gt;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hu-HU" sz="2000" b="1" noProof="1">
                <a:solidFill>
                  <a:srgbClr val="0000FF"/>
                </a:solidFill>
                <a:highlight>
                  <a:srgbClr val="FFFFFF"/>
                </a:highlight>
                <a:latin typeface="Consolas" panose="020B0609020204030204" pitchFamily="49" charset="0"/>
              </a:rPr>
              <a:t>body</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&lt;/html&gt;</a:t>
            </a:r>
            <a:endParaRPr lang="hu-HU" sz="2000" b="1">
              <a:latin typeface="Consolas" panose="020B0609020204030204" pitchFamily="49" charset="0"/>
            </a:endParaRPr>
          </a:p>
          <a:p>
            <a:pPr marL="0" indent="0">
              <a:buNone/>
              <a:tabLst>
                <a:tab pos="355600" algn="l"/>
                <a:tab pos="722313" algn="l"/>
              </a:tabLst>
            </a:pPr>
            <a:endParaRPr lang="hu-HU" sz="2000" b="1">
              <a:latin typeface="Consolas" panose="020B0609020204030204" pitchFamily="49" charset="0"/>
            </a:endParaRPr>
          </a:p>
          <a:p>
            <a:pPr marL="0" indent="0">
              <a:buNone/>
              <a:tabLst>
                <a:tab pos="355600" algn="l"/>
                <a:tab pos="722313" algn="l"/>
              </a:tabLst>
            </a:pPr>
            <a:endParaRPr lang="hu-HU" sz="2000" b="1">
              <a:solidFill>
                <a:srgbClr val="0000FF"/>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196211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HTML</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r>
              <a:rPr lang="en-US" sz="2000" b="1" noProof="1">
                <a:solidFill>
                  <a:srgbClr val="000000"/>
                </a:solidFill>
                <a:highlight>
                  <a:srgbClr val="FFFFFF"/>
                </a:highlight>
                <a:latin typeface="Consolas" panose="020B0609020204030204" pitchFamily="49" charset="0"/>
              </a:rPr>
              <a:t>&lt;!DOCTYPE html&gt;</a:t>
            </a: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html</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endParaRPr lang="hu-HU" sz="2000" b="1">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hu-HU" sz="2000" b="1" noProof="1">
                <a:solidFill>
                  <a:srgbClr val="0000FF"/>
                </a:solidFill>
                <a:highlight>
                  <a:srgbClr val="FFFFFF"/>
                </a:highlight>
                <a:latin typeface="Consolas" panose="020B0609020204030204" pitchFamily="49" charset="0"/>
              </a:rPr>
              <a:t>body</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highlight>
                  <a:srgbClr val="FFFFFF"/>
                </a:highlight>
                <a:latin typeface="Consolas" panose="020B0609020204030204" pitchFamily="49" charset="0"/>
              </a:rPr>
              <a:t>	</a:t>
            </a:r>
            <a:r>
              <a:rPr lang="hu-HU" sz="2000" b="1">
                <a:solidFill>
                  <a:srgbClr val="000000"/>
                </a:solidFill>
                <a:highlight>
                  <a:srgbClr val="FFFFFF"/>
                </a:highlight>
                <a:latin typeface="Consolas" panose="020B0609020204030204" pitchFamily="49" charset="0"/>
              </a:rPr>
              <a:t>...</a:t>
            </a:r>
            <a:endParaRPr lang="hu-HU" sz="2000" b="1">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hu-HU" sz="2000" b="1" noProof="1">
                <a:solidFill>
                  <a:srgbClr val="0000FF"/>
                </a:solidFill>
                <a:highlight>
                  <a:srgbClr val="FFFFFF"/>
                </a:highlight>
                <a:latin typeface="Consolas" panose="020B0609020204030204" pitchFamily="49" charset="0"/>
              </a:rPr>
              <a:t>body</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&lt;/html&gt;</a:t>
            </a:r>
            <a:endParaRPr lang="hu-HU" sz="2000" b="1">
              <a:latin typeface="Consolas" panose="020B0609020204030204" pitchFamily="49" charset="0"/>
            </a:endParaRPr>
          </a:p>
          <a:p>
            <a:pPr marL="0" indent="0">
              <a:buNone/>
              <a:tabLst>
                <a:tab pos="355600" algn="l"/>
                <a:tab pos="722313" algn="l"/>
              </a:tabLst>
            </a:pPr>
            <a:endParaRPr lang="hu-HU" sz="2000" b="1">
              <a:latin typeface="Consolas" panose="020B0609020204030204" pitchFamily="49" charset="0"/>
            </a:endParaRPr>
          </a:p>
          <a:p>
            <a:pPr marL="0" indent="0">
              <a:buNone/>
              <a:tabLst>
                <a:tab pos="355600" algn="l"/>
                <a:tab pos="722313" algn="l"/>
              </a:tabLst>
            </a:pPr>
            <a:endParaRPr lang="hu-HU" sz="2000" b="1">
              <a:solidFill>
                <a:srgbClr val="0000FF"/>
              </a:solidFill>
              <a:highlight>
                <a:srgbClr val="FFFFFF"/>
              </a:highlight>
              <a:latin typeface="Consolas" panose="020B0609020204030204" pitchFamily="49" charset="0"/>
            </a:endParaRPr>
          </a:p>
        </p:txBody>
      </p:sp>
      <p:sp>
        <p:nvSpPr>
          <p:cNvPr id="7" name="Gondolatbuborék: felhő 6">
            <a:extLst>
              <a:ext uri="{FF2B5EF4-FFF2-40B4-BE49-F238E27FC236}">
                <a16:creationId xmlns:a16="http://schemas.microsoft.com/office/drawing/2014/main" id="{48AF3C30-F647-8941-BB0A-1D9939F33603}"/>
              </a:ext>
            </a:extLst>
          </p:cNvPr>
          <p:cNvSpPr/>
          <p:nvPr/>
        </p:nvSpPr>
        <p:spPr>
          <a:xfrm>
            <a:off x="7438145" y="1708022"/>
            <a:ext cx="3749533" cy="2007651"/>
          </a:xfrm>
          <a:prstGeom prst="cloudCallout">
            <a:avLst>
              <a:gd name="adj1" fmla="val -58796"/>
              <a:gd name="adj2" fmla="val -49586"/>
            </a:avLst>
          </a:prstGeom>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SZABVÁNY</a:t>
            </a:r>
            <a:br>
              <a:rPr lang="hu-HU" sz="2800" b="1"/>
            </a:br>
            <a:r>
              <a:rPr lang="hu-HU" sz="2800" b="1"/>
              <a:t>legújabb </a:t>
            </a:r>
          </a:p>
        </p:txBody>
      </p:sp>
    </p:spTree>
    <p:extLst>
      <p:ext uri="{BB962C8B-B14F-4D97-AF65-F5344CB8AC3E}">
        <p14:creationId xmlns:p14="http://schemas.microsoft.com/office/powerpoint/2010/main" val="4194055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HTML</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r>
              <a:rPr lang="en-US" sz="2000" b="1" noProof="1">
                <a:solidFill>
                  <a:srgbClr val="000000"/>
                </a:solidFill>
                <a:highlight>
                  <a:srgbClr val="FFFFFF"/>
                </a:highlight>
                <a:latin typeface="Consolas" panose="020B0609020204030204" pitchFamily="49" charset="0"/>
              </a:rPr>
              <a:t>&lt;!DOCTYPE html&gt;</a:t>
            </a:r>
          </a:p>
          <a:p>
            <a:pPr marL="0" indent="0">
              <a:buNone/>
              <a:tabLst>
                <a:tab pos="355600" algn="l"/>
                <a:tab pos="722313" algn="l"/>
              </a:tabLst>
            </a:pPr>
            <a:r>
              <a:rPr lang="hu-HU" sz="2000" b="1" dirty="0">
                <a:solidFill>
                  <a:srgbClr val="0000FF"/>
                </a:solidFill>
                <a:highlight>
                  <a:srgbClr val="FFFFFF"/>
                </a:highlight>
                <a:latin typeface="Consolas" panose="020B0609020204030204" pitchFamily="49" charset="0"/>
              </a:rPr>
              <a:t>&lt;</a:t>
            </a:r>
            <a:r>
              <a:rPr lang="hu-HU" sz="2000" b="1" dirty="0" err="1">
                <a:solidFill>
                  <a:srgbClr val="0000FF"/>
                </a:solidFill>
                <a:highlight>
                  <a:srgbClr val="FFFFFF"/>
                </a:highlight>
                <a:latin typeface="Consolas" panose="020B0609020204030204" pitchFamily="49" charset="0"/>
              </a:rPr>
              <a:t>html</a:t>
            </a:r>
            <a:r>
              <a:rPr lang="hu-HU" sz="2000" b="1" dirty="0">
                <a:solidFill>
                  <a:srgbClr val="000000"/>
                </a:solidFill>
                <a:highlight>
                  <a:srgbClr val="FFFFFF"/>
                </a:highlight>
                <a:latin typeface="Consolas" panose="020B0609020204030204" pitchFamily="49" charset="0"/>
              </a:rPr>
              <a:t> </a:t>
            </a:r>
            <a:r>
              <a:rPr lang="en-US" sz="2000" b="1" dirty="0">
                <a:solidFill>
                  <a:srgbClr val="FF0000"/>
                </a:solidFill>
                <a:highlight>
                  <a:srgbClr val="FFFFFF"/>
                </a:highlight>
                <a:latin typeface="Consolas" panose="020B0609020204030204" pitchFamily="49" charset="0"/>
              </a:rPr>
              <a:t>lang</a:t>
            </a:r>
            <a:r>
              <a:rPr lang="hu-HU" sz="2000" b="1" dirty="0">
                <a:solidFill>
                  <a:srgbClr val="000000"/>
                </a:solidFill>
                <a:highlight>
                  <a:srgbClr val="FFFFFF"/>
                </a:highlight>
                <a:latin typeface="Consolas" panose="020B0609020204030204" pitchFamily="49" charset="0"/>
              </a:rPr>
              <a:t>=</a:t>
            </a:r>
            <a:r>
              <a:rPr lang="hu-HU" sz="2000" b="1" dirty="0">
                <a:solidFill>
                  <a:srgbClr val="8000FF"/>
                </a:solidFill>
                <a:highlight>
                  <a:srgbClr val="FFFFFF"/>
                </a:highlight>
                <a:latin typeface="Consolas" panose="020B0609020204030204" pitchFamily="49" charset="0"/>
              </a:rPr>
              <a:t>"hu"</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dirty="0">
                <a:solidFill>
                  <a:srgbClr val="0000FF"/>
                </a:solidFill>
                <a:highlight>
                  <a:srgbClr val="FFFFFF"/>
                </a:highlight>
                <a:latin typeface="Consolas" panose="020B0609020204030204" pitchFamily="49" charset="0"/>
              </a:rPr>
              <a:t>&gt;</a:t>
            </a:r>
            <a:endParaRPr lang="hu-HU" sz="2000" b="1" dirty="0">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endParaRPr lang="hu-HU" sz="2000" b="1">
              <a:highlight>
                <a:srgbClr val="FFFFFF"/>
              </a:highlight>
              <a:latin typeface="Consolas" panose="020B0609020204030204" pitchFamily="49" charset="0"/>
            </a:endParaRP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hu-HU" sz="2000" b="1" noProof="1">
                <a:solidFill>
                  <a:srgbClr val="0000FF"/>
                </a:solidFill>
                <a:highlight>
                  <a:srgbClr val="FFFFFF"/>
                </a:highlight>
                <a:latin typeface="Consolas" panose="020B0609020204030204" pitchFamily="49" charset="0"/>
              </a:rPr>
              <a:t>body</a:t>
            </a:r>
            <a:r>
              <a:rPr lang="hu-HU" sz="2000" b="1" dirty="0">
                <a:solidFill>
                  <a:srgbClr val="0000FF"/>
                </a:solidFill>
                <a:highlight>
                  <a:srgbClr val="FFFFFF"/>
                </a:highlight>
                <a:latin typeface="Consolas" panose="020B0609020204030204" pitchFamily="49" charset="0"/>
              </a:rPr>
              <a:t>&gt;</a:t>
            </a:r>
            <a:endParaRPr lang="hu-HU" sz="2000" b="1" dirty="0">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highlight>
                  <a:srgbClr val="FFFFFF"/>
                </a:highlight>
                <a:latin typeface="Consolas" panose="020B0609020204030204" pitchFamily="49" charset="0"/>
              </a:rPr>
              <a:t>	</a:t>
            </a:r>
            <a:r>
              <a:rPr lang="hu-HU" sz="2000" b="1">
                <a:solidFill>
                  <a:srgbClr val="000000"/>
                </a:solidFill>
                <a:highlight>
                  <a:srgbClr val="FFFFFF"/>
                </a:highlight>
                <a:latin typeface="Consolas" panose="020B0609020204030204" pitchFamily="49" charset="0"/>
              </a:rPr>
              <a:t>...</a:t>
            </a:r>
            <a:endParaRPr lang="hu-HU" sz="2000" b="1">
              <a:highlight>
                <a:srgbClr val="FFFFFF"/>
              </a:highlight>
              <a:latin typeface="Consolas" panose="020B0609020204030204" pitchFamily="49" charset="0"/>
            </a:endParaRP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hu-HU" sz="2000" b="1" noProof="1">
                <a:solidFill>
                  <a:srgbClr val="0000FF"/>
                </a:solidFill>
                <a:highlight>
                  <a:srgbClr val="FFFFFF"/>
                </a:highlight>
                <a:latin typeface="Consolas" panose="020B0609020204030204" pitchFamily="49" charset="0"/>
              </a:rPr>
              <a:t>body</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solidFill>
                  <a:srgbClr val="0000FF"/>
                </a:solidFill>
                <a:highlight>
                  <a:srgbClr val="FFFFFF"/>
                </a:highlight>
                <a:latin typeface="Consolas" panose="020B0609020204030204" pitchFamily="49" charset="0"/>
              </a:rPr>
              <a:t>&lt;/</a:t>
            </a:r>
            <a:r>
              <a:rPr lang="hu-HU" sz="2000" b="1" dirty="0" err="1">
                <a:solidFill>
                  <a:srgbClr val="0000FF"/>
                </a:solidFill>
                <a:highlight>
                  <a:srgbClr val="FFFFFF"/>
                </a:highlight>
                <a:latin typeface="Consolas" panose="020B0609020204030204" pitchFamily="49" charset="0"/>
              </a:rPr>
              <a:t>html</a:t>
            </a:r>
            <a:r>
              <a:rPr lang="hu-HU" sz="2000" b="1" dirty="0">
                <a:solidFill>
                  <a:srgbClr val="0000FF"/>
                </a:solidFill>
                <a:highlight>
                  <a:srgbClr val="FFFFFF"/>
                </a:highlight>
                <a:latin typeface="Consolas" panose="020B0609020204030204" pitchFamily="49" charset="0"/>
              </a:rPr>
              <a:t>&gt;</a:t>
            </a:r>
            <a:endParaRPr lang="hu-HU" sz="2000" b="1" dirty="0">
              <a:latin typeface="Consolas" panose="020B0609020204030204" pitchFamily="49" charset="0"/>
            </a:endParaRPr>
          </a:p>
          <a:p>
            <a:pPr marL="0" indent="0">
              <a:buNone/>
              <a:tabLst>
                <a:tab pos="355600" algn="l"/>
                <a:tab pos="722313" algn="l"/>
              </a:tabLst>
            </a:pPr>
            <a:endParaRPr lang="hu-HU" sz="2000" b="1">
              <a:solidFill>
                <a:srgbClr val="0000FF"/>
              </a:solidFill>
              <a:highlight>
                <a:srgbClr val="FFFFFF"/>
              </a:highlight>
              <a:latin typeface="Consolas" panose="020B0609020204030204" pitchFamily="49" charset="0"/>
            </a:endParaRPr>
          </a:p>
        </p:txBody>
      </p:sp>
      <p:sp>
        <p:nvSpPr>
          <p:cNvPr id="6" name="Gondolatbuborék: felhő 5">
            <a:extLst>
              <a:ext uri="{FF2B5EF4-FFF2-40B4-BE49-F238E27FC236}">
                <a16:creationId xmlns:a16="http://schemas.microsoft.com/office/drawing/2014/main" id="{4E4862FF-DE63-7680-9661-9C5F1B5037F0}"/>
              </a:ext>
            </a:extLst>
          </p:cNvPr>
          <p:cNvSpPr/>
          <p:nvPr/>
        </p:nvSpPr>
        <p:spPr>
          <a:xfrm>
            <a:off x="7438145" y="1708022"/>
            <a:ext cx="3749533" cy="2007651"/>
          </a:xfrm>
          <a:prstGeom prst="cloudCallout">
            <a:avLst>
              <a:gd name="adj1" fmla="val -58796"/>
              <a:gd name="adj2" fmla="val -49586"/>
            </a:avLst>
          </a:prstGeom>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NYELV</a:t>
            </a:r>
            <a:br>
              <a:rPr lang="hu-HU" sz="2800" b="1"/>
            </a:br>
            <a:r>
              <a:rPr lang="hu-HU" sz="2800" b="1"/>
              <a:t>magyar </a:t>
            </a:r>
          </a:p>
        </p:txBody>
      </p:sp>
    </p:spTree>
    <p:extLst>
      <p:ext uri="{BB962C8B-B14F-4D97-AF65-F5344CB8AC3E}">
        <p14:creationId xmlns:p14="http://schemas.microsoft.com/office/powerpoint/2010/main" val="2547845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HEAD</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r>
              <a:rPr lang="en-US" sz="2000" b="1" noProof="1">
                <a:solidFill>
                  <a:srgbClr val="000000"/>
                </a:solidFill>
                <a:highlight>
                  <a:srgbClr val="FFFFFF"/>
                </a:highlight>
                <a:latin typeface="Consolas" panose="020B0609020204030204" pitchFamily="49" charset="0"/>
              </a:rPr>
              <a:t>&lt;!DOCTYPE html&gt;</a:t>
            </a: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&lt;html</a:t>
            </a:r>
            <a:r>
              <a:rPr lang="hu-HU" sz="2000" b="1">
                <a:solidFill>
                  <a:srgbClr val="000000"/>
                </a:solidFill>
                <a:highlight>
                  <a:srgbClr val="FFFFFF"/>
                </a:highlight>
                <a:latin typeface="Consolas" panose="020B0609020204030204" pitchFamily="49" charset="0"/>
              </a:rPr>
              <a:t> </a:t>
            </a:r>
            <a:r>
              <a:rPr lang="en-US" sz="2000" b="1">
                <a:solidFill>
                  <a:srgbClr val="FF0000"/>
                </a:solidFill>
                <a:highlight>
                  <a:srgbClr val="FFFFFF"/>
                </a:highlight>
                <a:latin typeface="Consolas" panose="020B0609020204030204" pitchFamily="49" charset="0"/>
              </a:rPr>
              <a:t>lang</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"hu"</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meta</a:t>
            </a:r>
            <a:r>
              <a:rPr lang="hu-HU"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charset</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"utf-8"</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highlight>
                  <a:srgbClr val="FFFFFF"/>
                </a:highlight>
                <a:latin typeface="Consolas" panose="020B0609020204030204" pitchFamily="49" charset="0"/>
              </a:rPr>
              <a:t>	...</a:t>
            </a:r>
            <a:endParaRPr lang="hu-HU" sz="2000" b="1">
              <a:latin typeface="Consolas" panose="020B0609020204030204" pitchFamily="49" charset="0"/>
            </a:endParaRPr>
          </a:p>
        </p:txBody>
      </p:sp>
      <p:sp>
        <p:nvSpPr>
          <p:cNvPr id="5" name="Gondolatbuborék: felhő 4">
            <a:extLst>
              <a:ext uri="{FF2B5EF4-FFF2-40B4-BE49-F238E27FC236}">
                <a16:creationId xmlns:a16="http://schemas.microsoft.com/office/drawing/2014/main" id="{189C2AC8-E6AC-032C-8564-F099FEA947BE}"/>
              </a:ext>
            </a:extLst>
          </p:cNvPr>
          <p:cNvSpPr/>
          <p:nvPr/>
        </p:nvSpPr>
        <p:spPr>
          <a:xfrm>
            <a:off x="7438145" y="1708022"/>
            <a:ext cx="3749533" cy="2007651"/>
          </a:xfrm>
          <a:prstGeom prst="cloudCallout">
            <a:avLst>
              <a:gd name="adj1" fmla="val -58796"/>
              <a:gd name="adj2" fmla="val -49586"/>
            </a:avLst>
          </a:prstGeom>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KÓDOLÁS</a:t>
            </a:r>
            <a:br>
              <a:rPr lang="hu-HU" sz="2800" b="1"/>
            </a:br>
            <a:r>
              <a:rPr lang="hu-HU" sz="2800" b="1"/>
              <a:t>utf-8 </a:t>
            </a:r>
          </a:p>
        </p:txBody>
      </p:sp>
    </p:spTree>
    <p:extLst>
      <p:ext uri="{BB962C8B-B14F-4D97-AF65-F5344CB8AC3E}">
        <p14:creationId xmlns:p14="http://schemas.microsoft.com/office/powerpoint/2010/main" val="768898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dirty="0">
                <a:solidFill>
                  <a:srgbClr val="FFFFFF"/>
                </a:solidFill>
              </a:rPr>
              <a:t>HEAD</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r>
              <a:rPr lang="en-US" sz="2000" b="1" noProof="1">
                <a:solidFill>
                  <a:srgbClr val="000000"/>
                </a:solidFill>
                <a:highlight>
                  <a:srgbClr val="FFFFFF"/>
                </a:highlight>
                <a:latin typeface="Consolas" panose="020B0609020204030204" pitchFamily="49" charset="0"/>
              </a:rPr>
              <a:t>&lt;!DOCTYPE html&gt;</a:t>
            </a:r>
          </a:p>
          <a:p>
            <a:pPr marL="0" indent="0">
              <a:buNone/>
              <a:tabLst>
                <a:tab pos="355600" algn="l"/>
                <a:tab pos="722313" algn="l"/>
              </a:tabLst>
            </a:pPr>
            <a:r>
              <a:rPr lang="hu-HU" sz="2000" b="1" dirty="0">
                <a:solidFill>
                  <a:srgbClr val="0000FF"/>
                </a:solidFill>
                <a:highlight>
                  <a:srgbClr val="FFFFFF"/>
                </a:highlight>
                <a:latin typeface="Consolas" panose="020B0609020204030204" pitchFamily="49" charset="0"/>
              </a:rPr>
              <a:t>&lt;</a:t>
            </a:r>
            <a:r>
              <a:rPr lang="hu-HU" sz="2000" b="1" dirty="0" err="1">
                <a:solidFill>
                  <a:srgbClr val="0000FF"/>
                </a:solidFill>
                <a:highlight>
                  <a:srgbClr val="FFFFFF"/>
                </a:highlight>
                <a:latin typeface="Consolas" panose="020B0609020204030204" pitchFamily="49" charset="0"/>
              </a:rPr>
              <a:t>html</a:t>
            </a:r>
            <a:r>
              <a:rPr lang="hu-HU" sz="2000" b="1" dirty="0">
                <a:solidFill>
                  <a:srgbClr val="000000"/>
                </a:solidFill>
                <a:highlight>
                  <a:srgbClr val="FFFFFF"/>
                </a:highlight>
                <a:latin typeface="Consolas" panose="020B0609020204030204" pitchFamily="49" charset="0"/>
              </a:rPr>
              <a:t> </a:t>
            </a:r>
            <a:r>
              <a:rPr lang="en-US" sz="2000" b="1" dirty="0">
                <a:solidFill>
                  <a:srgbClr val="FF0000"/>
                </a:solidFill>
                <a:highlight>
                  <a:srgbClr val="FFFFFF"/>
                </a:highlight>
                <a:latin typeface="Consolas" panose="020B0609020204030204" pitchFamily="49" charset="0"/>
              </a:rPr>
              <a:t>lang</a:t>
            </a:r>
            <a:r>
              <a:rPr lang="hu-HU" sz="2000" b="1" dirty="0">
                <a:solidFill>
                  <a:srgbClr val="000000"/>
                </a:solidFill>
                <a:highlight>
                  <a:srgbClr val="FFFFFF"/>
                </a:highlight>
                <a:latin typeface="Consolas" panose="020B0609020204030204" pitchFamily="49" charset="0"/>
              </a:rPr>
              <a:t>=</a:t>
            </a:r>
            <a:r>
              <a:rPr lang="hu-HU" sz="2000" b="1" dirty="0">
                <a:solidFill>
                  <a:srgbClr val="8000FF"/>
                </a:solidFill>
                <a:highlight>
                  <a:srgbClr val="FFFFFF"/>
                </a:highlight>
                <a:latin typeface="Consolas" panose="020B0609020204030204" pitchFamily="49" charset="0"/>
              </a:rPr>
              <a:t>"hu"</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dirty="0">
                <a:solidFill>
                  <a:srgbClr val="0000FF"/>
                </a:solidFill>
                <a:highlight>
                  <a:srgbClr val="FFFFFF"/>
                </a:highlight>
                <a:latin typeface="Consolas" panose="020B0609020204030204" pitchFamily="49" charset="0"/>
              </a:rPr>
              <a:t>&gt;</a:t>
            </a:r>
            <a:endParaRPr lang="hu-HU" sz="2000" b="1" dirty="0">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meta</a:t>
            </a:r>
            <a:r>
              <a:rPr lang="hu-HU" sz="2000" b="1" dirty="0">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charset</a:t>
            </a:r>
            <a:r>
              <a:rPr lang="hu-HU" sz="2000" b="1" dirty="0">
                <a:solidFill>
                  <a:srgbClr val="000000"/>
                </a:solidFill>
                <a:highlight>
                  <a:srgbClr val="FFFFFF"/>
                </a:highlight>
                <a:latin typeface="Consolas" panose="020B0609020204030204" pitchFamily="49" charset="0"/>
              </a:rPr>
              <a:t>=</a:t>
            </a:r>
            <a:r>
              <a:rPr lang="hu-HU" sz="2000" b="1" dirty="0">
                <a:solidFill>
                  <a:srgbClr val="8000FF"/>
                </a:solidFill>
                <a:highlight>
                  <a:srgbClr val="FFFFFF"/>
                </a:highlight>
                <a:latin typeface="Consolas" panose="020B0609020204030204" pitchFamily="49" charset="0"/>
              </a:rPr>
              <a:t>"utf-8"</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title</a:t>
            </a:r>
            <a:r>
              <a:rPr lang="hu-HU" sz="2000" b="1" dirty="0">
                <a:solidFill>
                  <a:srgbClr val="0000FF"/>
                </a:solidFill>
                <a:highlight>
                  <a:srgbClr val="FFFFFF"/>
                </a:highlight>
                <a:latin typeface="Consolas" panose="020B0609020204030204" pitchFamily="49" charset="0"/>
              </a:rPr>
              <a:t>&gt;</a:t>
            </a:r>
            <a:r>
              <a:rPr lang="hu-HU" sz="2000" b="1" dirty="0">
                <a:solidFill>
                  <a:srgbClr val="000000"/>
                </a:solidFill>
                <a:highlight>
                  <a:srgbClr val="FFFFFF"/>
                </a:highlight>
                <a:latin typeface="Consolas" panose="020B0609020204030204" pitchFamily="49" charset="0"/>
              </a:rPr>
              <a:t>Böngészőfül felirata</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title</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solidFill>
                  <a:srgbClr val="000000"/>
                </a:solidFill>
                <a:highlight>
                  <a:srgbClr val="FFFFFF"/>
                </a:highlight>
                <a:latin typeface="Consolas" panose="020B0609020204030204" pitchFamily="49" charset="0"/>
              </a:rPr>
              <a:t>	</a:t>
            </a:r>
            <a:r>
              <a:rPr lang="hu-HU" sz="2000" b="1" dirty="0">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dirty="0">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dirty="0">
                <a:highlight>
                  <a:srgbClr val="FFFFFF"/>
                </a:highlight>
                <a:latin typeface="Consolas" panose="020B0609020204030204" pitchFamily="49" charset="0"/>
              </a:rPr>
              <a:t>	...</a:t>
            </a:r>
            <a:endParaRPr lang="hu-HU" sz="2000" b="1" dirty="0">
              <a:latin typeface="Consolas" panose="020B0609020204030204" pitchFamily="49" charset="0"/>
            </a:endParaRPr>
          </a:p>
          <a:p>
            <a:pPr marL="0" indent="0">
              <a:buNone/>
              <a:tabLst>
                <a:tab pos="355600" algn="l"/>
                <a:tab pos="722313" algn="l"/>
              </a:tabLst>
            </a:pPr>
            <a:endParaRPr lang="hu-HU" sz="2000" b="1">
              <a:latin typeface="Consolas" panose="020B0609020204030204" pitchFamily="49" charset="0"/>
            </a:endParaRPr>
          </a:p>
        </p:txBody>
      </p:sp>
      <p:sp>
        <p:nvSpPr>
          <p:cNvPr id="5" name="Gondolatbuborék: felhő 4">
            <a:extLst>
              <a:ext uri="{FF2B5EF4-FFF2-40B4-BE49-F238E27FC236}">
                <a16:creationId xmlns:a16="http://schemas.microsoft.com/office/drawing/2014/main" id="{5B2DEF35-FBD7-080D-208B-FF346E39AA32}"/>
              </a:ext>
            </a:extLst>
          </p:cNvPr>
          <p:cNvSpPr/>
          <p:nvPr/>
        </p:nvSpPr>
        <p:spPr>
          <a:xfrm>
            <a:off x="7438145" y="1708022"/>
            <a:ext cx="3749533" cy="2007651"/>
          </a:xfrm>
          <a:prstGeom prst="cloudCallout">
            <a:avLst>
              <a:gd name="adj1" fmla="val -58796"/>
              <a:gd name="adj2" fmla="val -49586"/>
            </a:avLst>
          </a:prstGeom>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dirty="0"/>
              <a:t>BÖNGÉSZŐFÜL</a:t>
            </a:r>
            <a:br>
              <a:rPr lang="hu-HU" sz="2800" b="1"/>
            </a:br>
            <a:r>
              <a:rPr lang="hu-HU" sz="2800" b="1" dirty="0"/>
              <a:t>felirata </a:t>
            </a:r>
          </a:p>
        </p:txBody>
      </p:sp>
    </p:spTree>
    <p:extLst>
      <p:ext uri="{BB962C8B-B14F-4D97-AF65-F5344CB8AC3E}">
        <p14:creationId xmlns:p14="http://schemas.microsoft.com/office/powerpoint/2010/main" val="3019229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HEAD</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r>
              <a:rPr lang="en-US" sz="2000" b="1" noProof="1">
                <a:solidFill>
                  <a:srgbClr val="000000"/>
                </a:solidFill>
                <a:highlight>
                  <a:srgbClr val="FFFFFF"/>
                </a:highlight>
                <a:latin typeface="Consolas" panose="020B0609020204030204" pitchFamily="49" charset="0"/>
              </a:rPr>
              <a:t>&lt;!DOCTYPE html&gt;</a:t>
            </a: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&lt;html</a:t>
            </a:r>
            <a:r>
              <a:rPr lang="hu-HU" sz="2000" b="1">
                <a:solidFill>
                  <a:srgbClr val="000000"/>
                </a:solidFill>
                <a:highlight>
                  <a:srgbClr val="FFFFFF"/>
                </a:highlight>
                <a:latin typeface="Consolas" panose="020B0609020204030204" pitchFamily="49" charset="0"/>
              </a:rPr>
              <a:t> </a:t>
            </a:r>
            <a:r>
              <a:rPr lang="en-US" sz="2000" b="1">
                <a:solidFill>
                  <a:srgbClr val="FF0000"/>
                </a:solidFill>
                <a:highlight>
                  <a:srgbClr val="FFFFFF"/>
                </a:highlight>
                <a:latin typeface="Consolas" panose="020B0609020204030204" pitchFamily="49" charset="0"/>
              </a:rPr>
              <a:t>lang</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"hu"</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meta</a:t>
            </a:r>
            <a:r>
              <a:rPr lang="hu-HU"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charset</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"utf-8"</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title</a:t>
            </a:r>
            <a:r>
              <a:rPr lang="hu-HU" sz="2000" b="1">
                <a:solidFill>
                  <a:srgbClr val="0000FF"/>
                </a:solidFill>
                <a:highlight>
                  <a:srgbClr val="FFFFFF"/>
                </a:highlight>
                <a:latin typeface="Consolas" panose="020B0609020204030204" pitchFamily="49" charset="0"/>
              </a:rPr>
              <a:t>&gt;</a:t>
            </a:r>
            <a:r>
              <a:rPr lang="hu-HU" sz="2000" b="1">
                <a:solidFill>
                  <a:srgbClr val="000000"/>
                </a:solidFill>
                <a:highlight>
                  <a:srgbClr val="FFFFFF"/>
                </a:highlight>
                <a:latin typeface="Consolas" panose="020B0609020204030204" pitchFamily="49" charset="0"/>
              </a:rPr>
              <a:t>Böngészőfül felirata</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title</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en-US" sz="2000" b="1">
                <a:solidFill>
                  <a:srgbClr val="000000"/>
                </a:solidFill>
                <a:highlight>
                  <a:srgbClr val="FFFFFF"/>
                </a:highlight>
                <a:latin typeface="Consolas" panose="020B0609020204030204" pitchFamily="49" charset="0"/>
              </a:rPr>
              <a:t>		</a:t>
            </a:r>
            <a:r>
              <a:rPr lang="en-US" sz="2000" b="1">
                <a:solidFill>
                  <a:srgbClr val="0000FF"/>
                </a:solidFill>
                <a:highlight>
                  <a:srgbClr val="FFFFFF"/>
                </a:highlight>
                <a:latin typeface="Consolas" panose="020B0609020204030204" pitchFamily="49" charset="0"/>
              </a:rPr>
              <a:t>&lt;link</a:t>
            </a:r>
            <a:r>
              <a:rPr lang="en-US"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href</a:t>
            </a:r>
            <a:r>
              <a:rPr lang="en-US" sz="2000" b="1">
                <a:solidFill>
                  <a:srgbClr val="000000"/>
                </a:solidFill>
                <a:highlight>
                  <a:srgbClr val="FFFFFF"/>
                </a:highlight>
                <a:latin typeface="Consolas" panose="020B0609020204030204" pitchFamily="49" charset="0"/>
              </a:rPr>
              <a:t>=</a:t>
            </a:r>
            <a:r>
              <a:rPr lang="en-US" sz="2000" b="1">
                <a:solidFill>
                  <a:srgbClr val="8000FF"/>
                </a:solidFill>
                <a:highlight>
                  <a:srgbClr val="FFFFFF"/>
                </a:highlight>
                <a:latin typeface="Consolas" panose="020B0609020204030204" pitchFamily="49" charset="0"/>
              </a:rPr>
              <a:t>"bootstrap.css"</a:t>
            </a:r>
            <a:r>
              <a:rPr lang="en-US"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rel</a:t>
            </a:r>
            <a:r>
              <a:rPr lang="en-US" sz="2000" b="1">
                <a:solidFill>
                  <a:srgbClr val="000000"/>
                </a:solidFill>
                <a:highlight>
                  <a:srgbClr val="FFFFFF"/>
                </a:highlight>
                <a:latin typeface="Consolas" panose="020B0609020204030204" pitchFamily="49" charset="0"/>
              </a:rPr>
              <a:t>=</a:t>
            </a:r>
            <a:r>
              <a:rPr lang="en-US" sz="2000" b="1">
                <a:solidFill>
                  <a:srgbClr val="8000FF"/>
                </a:solidFill>
                <a:highlight>
                  <a:srgbClr val="FFFFFF"/>
                </a:highlight>
                <a:latin typeface="Consolas" panose="020B0609020204030204" pitchFamily="49" charset="0"/>
              </a:rPr>
              <a:t>"</a:t>
            </a:r>
            <a:r>
              <a:rPr lang="en-US" sz="2000" b="1" noProof="1">
                <a:solidFill>
                  <a:srgbClr val="8000FF"/>
                </a:solidFill>
                <a:highlight>
                  <a:srgbClr val="FFFFFF"/>
                </a:highlight>
                <a:latin typeface="Consolas" panose="020B0609020204030204" pitchFamily="49" charset="0"/>
              </a:rPr>
              <a:t>stylesheet</a:t>
            </a:r>
            <a:r>
              <a:rPr lang="en-US" sz="2000" b="1">
                <a:solidFill>
                  <a:srgbClr val="8000FF"/>
                </a:solidFill>
                <a:highlight>
                  <a:srgbClr val="FFFFFF"/>
                </a:highlight>
                <a:latin typeface="Consolas" panose="020B0609020204030204" pitchFamily="49" charset="0"/>
              </a:rPr>
              <a:t>"</a:t>
            </a:r>
            <a:r>
              <a:rPr lang="en-US" sz="2000" b="1">
                <a:solidFill>
                  <a:srgbClr val="0000FF"/>
                </a:solidFill>
                <a:highlight>
                  <a:srgbClr val="FFFFFF"/>
                </a:highlight>
                <a:latin typeface="Consolas" panose="020B0609020204030204" pitchFamily="49" charset="0"/>
              </a:rPr>
              <a:t>&gt;</a:t>
            </a:r>
            <a:endParaRPr lang="hu-HU" sz="2000" b="1">
              <a:solidFill>
                <a:srgbClr val="0000FF"/>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highlight>
                  <a:srgbClr val="FFFFFF"/>
                </a:highlight>
                <a:latin typeface="Consolas" panose="020B0609020204030204" pitchFamily="49" charset="0"/>
              </a:rPr>
              <a:t>	...</a:t>
            </a:r>
            <a:endParaRPr lang="hu-HU" sz="2000" b="1">
              <a:latin typeface="Consolas" panose="020B0609020204030204" pitchFamily="49" charset="0"/>
            </a:endParaRPr>
          </a:p>
        </p:txBody>
      </p:sp>
      <p:sp>
        <p:nvSpPr>
          <p:cNvPr id="4" name="Gondolatbuborék: felhő 3">
            <a:extLst>
              <a:ext uri="{FF2B5EF4-FFF2-40B4-BE49-F238E27FC236}">
                <a16:creationId xmlns:a16="http://schemas.microsoft.com/office/drawing/2014/main" id="{86CD366A-D288-D13B-F555-7B98E3690052}"/>
              </a:ext>
            </a:extLst>
          </p:cNvPr>
          <p:cNvSpPr/>
          <p:nvPr/>
        </p:nvSpPr>
        <p:spPr>
          <a:xfrm>
            <a:off x="7438145" y="1708022"/>
            <a:ext cx="3749533" cy="2007651"/>
          </a:xfrm>
          <a:prstGeom prst="cloudCallout">
            <a:avLst>
              <a:gd name="adj1" fmla="val -58796"/>
              <a:gd name="adj2" fmla="val -49586"/>
            </a:avLst>
          </a:prstGeom>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BOOTSTRAP</a:t>
            </a:r>
            <a:br>
              <a:rPr lang="hu-HU" sz="2800" b="1"/>
            </a:br>
            <a:r>
              <a:rPr lang="hu-HU" sz="2800" b="1"/>
              <a:t>stílus először</a:t>
            </a:r>
          </a:p>
        </p:txBody>
      </p:sp>
    </p:spTree>
    <p:extLst>
      <p:ext uri="{BB962C8B-B14F-4D97-AF65-F5344CB8AC3E}">
        <p14:creationId xmlns:p14="http://schemas.microsoft.com/office/powerpoint/2010/main" val="60661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HEAD</a:t>
            </a:r>
          </a:p>
        </p:txBody>
      </p:sp>
      <p:sp>
        <p:nvSpPr>
          <p:cNvPr id="3" name="Tartalom helye 2">
            <a:extLst>
              <a:ext uri="{FF2B5EF4-FFF2-40B4-BE49-F238E27FC236}">
                <a16:creationId xmlns:a16="http://schemas.microsoft.com/office/drawing/2014/main" id="{1C1FBF9F-0335-E9DE-A288-C4A7648934B8}"/>
              </a:ext>
            </a:extLst>
          </p:cNvPr>
          <p:cNvSpPr>
            <a:spLocks noGrp="1"/>
          </p:cNvSpPr>
          <p:nvPr>
            <p:ph idx="1"/>
          </p:nvPr>
        </p:nvSpPr>
        <p:spPr>
          <a:xfrm>
            <a:off x="838048" y="2655576"/>
            <a:ext cx="10515600" cy="4100363"/>
          </a:xfrm>
        </p:spPr>
        <p:txBody>
          <a:bodyPr>
            <a:noAutofit/>
          </a:bodyPr>
          <a:lstStyle/>
          <a:p>
            <a:pPr marL="0" indent="0">
              <a:buNone/>
              <a:tabLst>
                <a:tab pos="355600" algn="l"/>
                <a:tab pos="722313" algn="l"/>
              </a:tabLst>
            </a:pPr>
            <a:r>
              <a:rPr lang="en-US" sz="2000" b="1" noProof="1">
                <a:solidFill>
                  <a:srgbClr val="000000"/>
                </a:solidFill>
                <a:highlight>
                  <a:srgbClr val="FFFFFF"/>
                </a:highlight>
                <a:latin typeface="Consolas" panose="020B0609020204030204" pitchFamily="49" charset="0"/>
              </a:rPr>
              <a:t>&lt;!DOCTYPE html&gt;</a:t>
            </a:r>
          </a:p>
          <a:p>
            <a:pPr marL="0" indent="0">
              <a:buNone/>
              <a:tabLst>
                <a:tab pos="355600" algn="l"/>
                <a:tab pos="722313" algn="l"/>
              </a:tabLst>
            </a:pPr>
            <a:r>
              <a:rPr lang="hu-HU" sz="2000" b="1">
                <a:solidFill>
                  <a:srgbClr val="0000FF"/>
                </a:solidFill>
                <a:highlight>
                  <a:srgbClr val="FFFFFF"/>
                </a:highlight>
                <a:latin typeface="Consolas" panose="020B0609020204030204" pitchFamily="49" charset="0"/>
              </a:rPr>
              <a:t>&lt;html</a:t>
            </a:r>
            <a:r>
              <a:rPr lang="hu-HU" sz="2000" b="1">
                <a:solidFill>
                  <a:srgbClr val="000000"/>
                </a:solidFill>
                <a:highlight>
                  <a:srgbClr val="FFFFFF"/>
                </a:highlight>
                <a:latin typeface="Consolas" panose="020B0609020204030204" pitchFamily="49" charset="0"/>
              </a:rPr>
              <a:t> </a:t>
            </a:r>
            <a:r>
              <a:rPr lang="en-US" sz="2000" b="1">
                <a:solidFill>
                  <a:srgbClr val="FF0000"/>
                </a:solidFill>
                <a:highlight>
                  <a:srgbClr val="FFFFFF"/>
                </a:highlight>
                <a:latin typeface="Consolas" panose="020B0609020204030204" pitchFamily="49" charset="0"/>
              </a:rPr>
              <a:t>lang</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"hu"</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meta</a:t>
            </a:r>
            <a:r>
              <a:rPr lang="hu-HU"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charset</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"utf-8"</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title</a:t>
            </a:r>
            <a:r>
              <a:rPr lang="hu-HU" sz="2000" b="1">
                <a:solidFill>
                  <a:srgbClr val="0000FF"/>
                </a:solidFill>
                <a:highlight>
                  <a:srgbClr val="FFFFFF"/>
                </a:highlight>
                <a:latin typeface="Consolas" panose="020B0609020204030204" pitchFamily="49" charset="0"/>
              </a:rPr>
              <a:t>&gt;</a:t>
            </a:r>
            <a:r>
              <a:rPr lang="hu-HU" sz="2000" b="1">
                <a:solidFill>
                  <a:srgbClr val="000000"/>
                </a:solidFill>
                <a:highlight>
                  <a:srgbClr val="FFFFFF"/>
                </a:highlight>
                <a:latin typeface="Consolas" panose="020B0609020204030204" pitchFamily="49" charset="0"/>
              </a:rPr>
              <a:t>Böngésző felirata</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title</a:t>
            </a:r>
            <a:r>
              <a:rPr lang="hu-HU" sz="2000" b="1">
                <a:solidFill>
                  <a:srgbClr val="0000FF"/>
                </a:solidFill>
                <a:highlight>
                  <a:srgbClr val="FFFFFF"/>
                </a:highlight>
                <a:latin typeface="Consolas" panose="020B0609020204030204" pitchFamily="49" charset="0"/>
              </a:rPr>
              <a:t>&gt;</a:t>
            </a:r>
            <a:endParaRPr lang="hu-HU"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en-US" sz="2000" b="1">
                <a:solidFill>
                  <a:srgbClr val="000000"/>
                </a:solidFill>
                <a:highlight>
                  <a:srgbClr val="FFFFFF"/>
                </a:highlight>
                <a:latin typeface="Consolas" panose="020B0609020204030204" pitchFamily="49" charset="0"/>
              </a:rPr>
              <a:t>		</a:t>
            </a:r>
            <a:r>
              <a:rPr lang="en-US" sz="2000" b="1">
                <a:solidFill>
                  <a:srgbClr val="0000FF"/>
                </a:solidFill>
                <a:highlight>
                  <a:srgbClr val="FFFFFF"/>
                </a:highlight>
                <a:latin typeface="Consolas" panose="020B0609020204030204" pitchFamily="49" charset="0"/>
              </a:rPr>
              <a:t>&lt;link</a:t>
            </a:r>
            <a:r>
              <a:rPr lang="en-US"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href</a:t>
            </a:r>
            <a:r>
              <a:rPr lang="en-US" sz="2000" b="1">
                <a:solidFill>
                  <a:srgbClr val="000000"/>
                </a:solidFill>
                <a:highlight>
                  <a:srgbClr val="FFFFFF"/>
                </a:highlight>
                <a:latin typeface="Consolas" panose="020B0609020204030204" pitchFamily="49" charset="0"/>
              </a:rPr>
              <a:t>=</a:t>
            </a:r>
            <a:r>
              <a:rPr lang="en-US" sz="2000" b="1">
                <a:solidFill>
                  <a:srgbClr val="8000FF"/>
                </a:solidFill>
                <a:highlight>
                  <a:srgbClr val="FFFFFF"/>
                </a:highlight>
                <a:latin typeface="Consolas" panose="020B0609020204030204" pitchFamily="49" charset="0"/>
              </a:rPr>
              <a:t>"bootstrap.css"</a:t>
            </a:r>
            <a:r>
              <a:rPr lang="en-US"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rel</a:t>
            </a:r>
            <a:r>
              <a:rPr lang="en-US" sz="2000" b="1">
                <a:solidFill>
                  <a:srgbClr val="000000"/>
                </a:solidFill>
                <a:highlight>
                  <a:srgbClr val="FFFFFF"/>
                </a:highlight>
                <a:latin typeface="Consolas" panose="020B0609020204030204" pitchFamily="49" charset="0"/>
              </a:rPr>
              <a:t>=</a:t>
            </a:r>
            <a:r>
              <a:rPr lang="en-US" sz="2000" b="1">
                <a:solidFill>
                  <a:srgbClr val="8000FF"/>
                </a:solidFill>
                <a:highlight>
                  <a:srgbClr val="FFFFFF"/>
                </a:highlight>
                <a:latin typeface="Consolas" panose="020B0609020204030204" pitchFamily="49" charset="0"/>
              </a:rPr>
              <a:t>"</a:t>
            </a:r>
            <a:r>
              <a:rPr lang="en-US" sz="2000" b="1" noProof="1">
                <a:solidFill>
                  <a:srgbClr val="8000FF"/>
                </a:solidFill>
                <a:highlight>
                  <a:srgbClr val="FFFFFF"/>
                </a:highlight>
                <a:latin typeface="Consolas" panose="020B0609020204030204" pitchFamily="49" charset="0"/>
              </a:rPr>
              <a:t>stylesheet</a:t>
            </a:r>
            <a:r>
              <a:rPr lang="en-US" sz="2000" b="1">
                <a:solidFill>
                  <a:srgbClr val="8000FF"/>
                </a:solidFill>
                <a:highlight>
                  <a:srgbClr val="FFFFFF"/>
                </a:highlight>
                <a:latin typeface="Consolas" panose="020B0609020204030204" pitchFamily="49" charset="0"/>
              </a:rPr>
              <a:t>"</a:t>
            </a:r>
            <a:r>
              <a:rPr lang="en-US" sz="2000" b="1">
                <a:solidFill>
                  <a:srgbClr val="0000FF"/>
                </a:solidFill>
                <a:highlight>
                  <a:srgbClr val="FFFFFF"/>
                </a:highlight>
                <a:latin typeface="Consolas" panose="020B0609020204030204" pitchFamily="49" charset="0"/>
              </a:rPr>
              <a:t>&gt;</a:t>
            </a:r>
            <a:endParaRPr lang="en-US" sz="2000" b="1">
              <a:solidFill>
                <a:srgbClr val="000000"/>
              </a:solidFill>
              <a:highlight>
                <a:srgbClr val="FFFFFF"/>
              </a:highlight>
              <a:latin typeface="Consolas" panose="020B0609020204030204" pitchFamily="49" charset="0"/>
            </a:endParaRP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&lt;link</a:t>
            </a:r>
            <a:r>
              <a:rPr lang="hu-HU"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href</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"yourstyle.css"</a:t>
            </a:r>
            <a:r>
              <a:rPr lang="hu-HU" sz="2000" b="1">
                <a:solidFill>
                  <a:srgbClr val="000000"/>
                </a:solidFill>
                <a:highlight>
                  <a:srgbClr val="FFFFFF"/>
                </a:highlight>
                <a:latin typeface="Consolas" panose="020B0609020204030204" pitchFamily="49" charset="0"/>
              </a:rPr>
              <a:t> </a:t>
            </a:r>
            <a:r>
              <a:rPr lang="en-US" sz="2000" b="1" noProof="1">
                <a:solidFill>
                  <a:srgbClr val="FF0000"/>
                </a:solidFill>
                <a:highlight>
                  <a:srgbClr val="FFFFFF"/>
                </a:highlight>
                <a:latin typeface="Consolas" panose="020B0609020204030204" pitchFamily="49" charset="0"/>
              </a:rPr>
              <a:t>rel</a:t>
            </a:r>
            <a:r>
              <a:rPr lang="hu-HU" sz="2000" b="1">
                <a:solidFill>
                  <a:srgbClr val="000000"/>
                </a:solidFill>
                <a:highlight>
                  <a:srgbClr val="FFFFFF"/>
                </a:highlight>
                <a:latin typeface="Consolas" panose="020B0609020204030204" pitchFamily="49" charset="0"/>
              </a:rPr>
              <a:t>=</a:t>
            </a:r>
            <a:r>
              <a:rPr lang="hu-HU" sz="2000" b="1">
                <a:solidFill>
                  <a:srgbClr val="8000FF"/>
                </a:solidFill>
                <a:highlight>
                  <a:srgbClr val="FFFFFF"/>
                </a:highlight>
                <a:latin typeface="Consolas" panose="020B0609020204030204" pitchFamily="49" charset="0"/>
              </a:rPr>
              <a:t>"</a:t>
            </a:r>
            <a:r>
              <a:rPr lang="en-US" sz="2000" b="1" noProof="1">
                <a:solidFill>
                  <a:srgbClr val="8000FF"/>
                </a:solidFill>
                <a:highlight>
                  <a:srgbClr val="FFFFFF"/>
                </a:highlight>
                <a:latin typeface="Consolas" panose="020B0609020204030204" pitchFamily="49" charset="0"/>
              </a:rPr>
              <a:t>stylesheet</a:t>
            </a:r>
            <a:r>
              <a:rPr lang="hu-HU" sz="2000" b="1">
                <a:solidFill>
                  <a:srgbClr val="8000FF"/>
                </a:solidFill>
                <a:highlight>
                  <a:srgbClr val="FFFFFF"/>
                </a:highlight>
                <a:latin typeface="Consolas" panose="020B0609020204030204" pitchFamily="49" charset="0"/>
              </a:rPr>
              <a:t>"</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solidFill>
                  <a:srgbClr val="000000"/>
                </a:solidFill>
                <a:highlight>
                  <a:srgbClr val="FFFFFF"/>
                </a:highlight>
                <a:latin typeface="Consolas" panose="020B0609020204030204" pitchFamily="49" charset="0"/>
              </a:rPr>
              <a:t>	</a:t>
            </a:r>
            <a:r>
              <a:rPr lang="hu-HU" sz="2000" b="1">
                <a:solidFill>
                  <a:srgbClr val="0000FF"/>
                </a:solidFill>
                <a:highlight>
                  <a:srgbClr val="FFFFFF"/>
                </a:highlight>
                <a:latin typeface="Consolas" panose="020B0609020204030204" pitchFamily="49" charset="0"/>
              </a:rPr>
              <a:t>&lt;/</a:t>
            </a:r>
            <a:r>
              <a:rPr lang="en-US" sz="2000" b="1" noProof="1">
                <a:solidFill>
                  <a:srgbClr val="0000FF"/>
                </a:solidFill>
                <a:highlight>
                  <a:srgbClr val="FFFFFF"/>
                </a:highlight>
                <a:latin typeface="Consolas" panose="020B0609020204030204" pitchFamily="49" charset="0"/>
              </a:rPr>
              <a:t>head</a:t>
            </a:r>
            <a:r>
              <a:rPr lang="hu-HU" sz="2000" b="1">
                <a:solidFill>
                  <a:srgbClr val="0000FF"/>
                </a:solidFill>
                <a:highlight>
                  <a:srgbClr val="FFFFFF"/>
                </a:highlight>
                <a:latin typeface="Consolas" panose="020B0609020204030204" pitchFamily="49" charset="0"/>
              </a:rPr>
              <a:t>&gt;</a:t>
            </a:r>
          </a:p>
          <a:p>
            <a:pPr marL="0" indent="0">
              <a:buNone/>
              <a:tabLst>
                <a:tab pos="355600" algn="l"/>
                <a:tab pos="722313" algn="l"/>
              </a:tabLst>
            </a:pPr>
            <a:r>
              <a:rPr lang="hu-HU" sz="2000" b="1">
                <a:highlight>
                  <a:srgbClr val="FFFFFF"/>
                </a:highlight>
                <a:latin typeface="Consolas" panose="020B0609020204030204" pitchFamily="49" charset="0"/>
              </a:rPr>
              <a:t>	...</a:t>
            </a:r>
            <a:endParaRPr lang="hu-HU" sz="2000" b="1">
              <a:latin typeface="Consolas" panose="020B0609020204030204" pitchFamily="49" charset="0"/>
            </a:endParaRPr>
          </a:p>
        </p:txBody>
      </p:sp>
      <p:sp>
        <p:nvSpPr>
          <p:cNvPr id="4" name="Gondolatbuborék: felhő 3">
            <a:extLst>
              <a:ext uri="{FF2B5EF4-FFF2-40B4-BE49-F238E27FC236}">
                <a16:creationId xmlns:a16="http://schemas.microsoft.com/office/drawing/2014/main" id="{055BAB89-0CAE-6E06-301D-DD23B06E0473}"/>
              </a:ext>
            </a:extLst>
          </p:cNvPr>
          <p:cNvSpPr/>
          <p:nvPr/>
        </p:nvSpPr>
        <p:spPr>
          <a:xfrm>
            <a:off x="7438145" y="1708022"/>
            <a:ext cx="3749533" cy="2007651"/>
          </a:xfrm>
          <a:prstGeom prst="cloudCallout">
            <a:avLst>
              <a:gd name="adj1" fmla="val -58796"/>
              <a:gd name="adj2" fmla="val -49586"/>
            </a:avLst>
          </a:prstGeom>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SAJÁT STÍLUS</a:t>
            </a:r>
            <a:br>
              <a:rPr lang="hu-HU" sz="2800" b="1"/>
            </a:br>
            <a:r>
              <a:rPr lang="hu-HU" sz="2800" b="1"/>
              <a:t>utána</a:t>
            </a:r>
          </a:p>
        </p:txBody>
      </p:sp>
    </p:spTree>
    <p:extLst>
      <p:ext uri="{BB962C8B-B14F-4D97-AF65-F5344CB8AC3E}">
        <p14:creationId xmlns:p14="http://schemas.microsoft.com/office/powerpoint/2010/main" val="3015183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&lt;body&gt;</a:t>
            </a:r>
            <a:br>
              <a:rPr lang="hu-HU" sz="6000" b="1">
                <a:solidFill>
                  <a:srgbClr val="FFFFFF"/>
                </a:solidFill>
              </a:rPr>
            </a:br>
            <a:r>
              <a:rPr lang="hu-HU" sz="6000" b="1">
                <a:solidFill>
                  <a:srgbClr val="FFFFFF"/>
                </a:solidFill>
              </a:rPr>
              <a:t>…</a:t>
            </a:r>
            <a:br>
              <a:rPr lang="hu-HU" sz="6000" b="1">
                <a:solidFill>
                  <a:srgbClr val="FFFFFF"/>
                </a:solidFill>
              </a:rPr>
            </a:br>
            <a:r>
              <a:rPr lang="hu-HU" sz="6000" b="1">
                <a:solidFill>
                  <a:srgbClr val="FFFFFF"/>
                </a:solidFill>
              </a:rPr>
              <a:t>&lt;/body&gt;</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3300807"/>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pPr>
            <a:r>
              <a:rPr lang="hu-HU" sz="1700" b="1" noProof="1">
                <a:highlight>
                  <a:srgbClr val="FFFFFF"/>
                </a:highlight>
                <a:latin typeface="Consolas" panose="020B0609020204030204" pitchFamily="49" charset="0"/>
              </a:rPr>
              <a:t>Helló, UMSZKI!</a:t>
            </a:r>
          </a:p>
          <a:p>
            <a:pPr marL="0" indent="0">
              <a:lnSpc>
                <a:spcPct val="110000"/>
              </a:lnSpc>
              <a:spcBef>
                <a:spcPts val="0"/>
              </a:spcBef>
              <a:buNone/>
            </a:pPr>
            <a:r>
              <a:rPr lang="hu-HU" sz="1700" b="1" noProof="1">
                <a:highlight>
                  <a:srgbClr val="FFFFFF"/>
                </a:highlight>
                <a:latin typeface="Consolas" panose="020B0609020204030204" pitchFamily="49" charset="0"/>
              </a:rPr>
              <a:t>Tudnivalók </a:t>
            </a:r>
          </a:p>
          <a:p>
            <a:pPr marL="0" indent="0">
              <a:lnSpc>
                <a:spcPct val="110000"/>
              </a:lnSpc>
              <a:spcBef>
                <a:spcPts val="0"/>
              </a:spcBef>
              <a:buNone/>
            </a:pPr>
            <a:endParaRPr lang="hu-HU" sz="1700" b="1" noProof="1">
              <a:highlight>
                <a:srgbClr val="FFFFFF"/>
              </a:highlight>
              <a:latin typeface="Consolas" panose="020B0609020204030204" pitchFamily="49" charset="0"/>
            </a:endParaRPr>
          </a:p>
          <a:p>
            <a:pPr marL="0" indent="0">
              <a:lnSpc>
                <a:spcPct val="110000"/>
              </a:lnSpc>
              <a:spcBef>
                <a:spcPts val="0"/>
              </a:spcBef>
              <a:buNone/>
            </a:pPr>
            <a:r>
              <a:rPr lang="hu-HU" sz="1700" b="1" noProof="1">
                <a:highlight>
                  <a:srgbClr val="FFFFFF"/>
                </a:highlight>
                <a:latin typeface="Consolas" panose="020B0609020204030204" pitchFamily="49" charset="0"/>
              </a:rPr>
              <a:t>Szakmai vizsga </a:t>
            </a:r>
          </a:p>
          <a:p>
            <a:pPr marL="0" indent="0">
              <a:lnSpc>
                <a:spcPct val="110000"/>
              </a:lnSpc>
              <a:spcBef>
                <a:spcPts val="0"/>
              </a:spcBef>
              <a:buNone/>
            </a:pPr>
            <a:endParaRPr lang="hu-HU" sz="1700" b="1" noProof="1">
              <a:highlight>
                <a:srgbClr val="FFFFFF"/>
              </a:highlight>
              <a:latin typeface="Consolas" panose="020B0609020204030204" pitchFamily="49" charset="0"/>
            </a:endParaRPr>
          </a:p>
          <a:p>
            <a:pPr marL="0" indent="0">
              <a:lnSpc>
                <a:spcPct val="110000"/>
              </a:lnSpc>
              <a:spcBef>
                <a:spcPts val="0"/>
              </a:spcBef>
              <a:buNone/>
            </a:pPr>
            <a:r>
              <a:rPr lang="hu-HU" sz="1700" b="1" noProof="1">
                <a:highlight>
                  <a:srgbClr val="FFFFFF"/>
                </a:highlight>
                <a:latin typeface="Consolas" panose="020B0609020204030204" pitchFamily="49" charset="0"/>
              </a:rPr>
              <a:t>Lorem ipsum dolor sit amet, consectetur adipiscing elit, sed do eiusmod tempor incididunt ut labore et dolore magna.</a:t>
            </a:r>
          </a:p>
          <a:p>
            <a:pPr marL="0" indent="0">
              <a:lnSpc>
                <a:spcPct val="110000"/>
              </a:lnSpc>
              <a:spcBef>
                <a:spcPts val="0"/>
              </a:spcBef>
              <a:buNone/>
            </a:pPr>
            <a:r>
              <a:rPr lang="hu-HU" sz="1700" b="1" noProof="1">
                <a:highlight>
                  <a:srgbClr val="FFFFFF"/>
                </a:highlight>
                <a:latin typeface="Consolas" panose="020B0609020204030204" pitchFamily="49" charset="0"/>
              </a:rPr>
              <a:t> </a:t>
            </a:r>
          </a:p>
          <a:p>
            <a:pPr marL="0" indent="0">
              <a:lnSpc>
                <a:spcPct val="110000"/>
              </a:lnSpc>
              <a:spcBef>
                <a:spcPts val="0"/>
              </a:spcBef>
              <a:buNone/>
            </a:pPr>
            <a:r>
              <a:rPr lang="hu-HU" sz="1700" b="1" noProof="1">
                <a:highlight>
                  <a:srgbClr val="FFFFFF"/>
                </a:highlight>
                <a:latin typeface="Consolas" panose="020B0609020204030204" pitchFamily="49" charset="0"/>
              </a:rPr>
              <a:t>Weblapok szerkesztése </a:t>
            </a:r>
          </a:p>
          <a:p>
            <a:pPr marL="0" indent="0">
              <a:lnSpc>
                <a:spcPct val="110000"/>
              </a:lnSpc>
              <a:spcBef>
                <a:spcPts val="0"/>
              </a:spcBef>
              <a:buNone/>
            </a:pPr>
            <a:endParaRPr lang="hu-HU" sz="1700" b="1" noProof="1">
              <a:highlight>
                <a:srgbClr val="FFFFFF"/>
              </a:highlight>
              <a:latin typeface="Consolas" panose="020B0609020204030204" pitchFamily="49" charset="0"/>
            </a:endParaRPr>
          </a:p>
          <a:p>
            <a:pPr marL="0" indent="0">
              <a:lnSpc>
                <a:spcPct val="110000"/>
              </a:lnSpc>
              <a:spcBef>
                <a:spcPts val="0"/>
              </a:spcBef>
              <a:buNone/>
            </a:pPr>
            <a:r>
              <a:rPr lang="hu-HU" sz="1700" b="1" noProof="1">
                <a:highlight>
                  <a:srgbClr val="FFFFFF"/>
                </a:highlight>
                <a:latin typeface="Consolas" panose="020B0609020204030204" pitchFamily="49" charset="0"/>
              </a:rPr>
              <a:t>Duis aute irure dolor in reprehenderit in voluptate velit esse cillum dolore eu fugiat nulla pariatur. </a:t>
            </a:r>
          </a:p>
          <a:p>
            <a:pPr marL="0" indent="0">
              <a:lnSpc>
                <a:spcPct val="110000"/>
              </a:lnSpc>
              <a:spcBef>
                <a:spcPts val="0"/>
              </a:spcBef>
              <a:buNone/>
            </a:pPr>
            <a:endParaRPr lang="hu-HU" sz="1700" b="1" noProof="1">
              <a:highlight>
                <a:srgbClr val="FFFFFF"/>
              </a:highlight>
              <a:latin typeface="Consolas" panose="020B0609020204030204" pitchFamily="49" charset="0"/>
            </a:endParaRPr>
          </a:p>
          <a:p>
            <a:pPr marL="0" indent="0">
              <a:lnSpc>
                <a:spcPct val="110000"/>
              </a:lnSpc>
              <a:spcBef>
                <a:spcPts val="0"/>
              </a:spcBef>
              <a:buNone/>
            </a:pPr>
            <a:r>
              <a:rPr lang="hu-HU" sz="1700" b="1" noProof="1">
                <a:highlight>
                  <a:srgbClr val="FFFFFF"/>
                </a:highlight>
                <a:latin typeface="Consolas" panose="020B0609020204030204" pitchFamily="49" charset="0"/>
              </a:rPr>
              <a:t>Excepteur sint occaecat cupidatat non proident, sunt in culpa qui officia deserunt mollit anim.</a:t>
            </a:r>
          </a:p>
        </p:txBody>
      </p:sp>
      <p:sp>
        <p:nvSpPr>
          <p:cNvPr id="8" name="Tartalom helye 7">
            <a:extLst>
              <a:ext uri="{FF2B5EF4-FFF2-40B4-BE49-F238E27FC236}">
                <a16:creationId xmlns:a16="http://schemas.microsoft.com/office/drawing/2014/main" id="{D1288ED4-6FF1-40C5-A47C-2157A1959666}"/>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sz="2000" noProof="1">
                <a:latin typeface="Arial" panose="020B0604020202020204" pitchFamily="34" charset="0"/>
                <a:cs typeface="Arial" panose="020B0604020202020204" pitchFamily="34" charset="0"/>
              </a:rPr>
              <a:t>Helló, UMSZKI! Tudnivalók Szakmai vizsga Lorem ipsum dolor sit amet, consectetur adipiscing elit, sed do eiusmod tempor incididunt ut labore et dolore magna. Weblapok szerkesztése Duis aute irure dolor in reprehenderit in voluptate velit esse cillum dolore eu fugiat nulla pariatur. Excepteur sint occaecat cupidatat non proident, sunt in culpa qui officia deserunt mollit anim.</a:t>
            </a:r>
          </a:p>
        </p:txBody>
      </p:sp>
      <p:sp>
        <p:nvSpPr>
          <p:cNvPr id="3" name="Gondolatbuborék: felhő 2">
            <a:extLst>
              <a:ext uri="{FF2B5EF4-FFF2-40B4-BE49-F238E27FC236}">
                <a16:creationId xmlns:a16="http://schemas.microsoft.com/office/drawing/2014/main" id="{0F3BDF1B-EAB8-BC9A-01F5-B5D9193EF59B}"/>
              </a:ext>
            </a:extLst>
          </p:cNvPr>
          <p:cNvSpPr/>
          <p:nvPr/>
        </p:nvSpPr>
        <p:spPr>
          <a:xfrm>
            <a:off x="8090168" y="4447981"/>
            <a:ext cx="2707533" cy="1372461"/>
          </a:xfrm>
          <a:prstGeom prst="cloudCallout">
            <a:avLst>
              <a:gd name="adj1" fmla="val -49534"/>
              <a:gd name="adj2" fmla="val -84877"/>
            </a:avLst>
          </a:prstGeom>
          <a:ln w="285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hu-HU" sz="2000" b="1">
                <a:latin typeface="Arial" panose="020B0604020202020204" pitchFamily="34" charset="0"/>
                <a:cs typeface="Arial" panose="020B0604020202020204" pitchFamily="34" charset="0"/>
              </a:rPr>
              <a:t>Megjelenítés</a:t>
            </a:r>
          </a:p>
        </p:txBody>
      </p:sp>
      <p:sp>
        <p:nvSpPr>
          <p:cNvPr id="4" name="Gondolatbuborék: felhő 3">
            <a:extLst>
              <a:ext uri="{FF2B5EF4-FFF2-40B4-BE49-F238E27FC236}">
                <a16:creationId xmlns:a16="http://schemas.microsoft.com/office/drawing/2014/main" id="{A0A5742A-7D5E-6BDB-19CA-51A4E84DA12B}"/>
              </a:ext>
            </a:extLst>
          </p:cNvPr>
          <p:cNvSpPr/>
          <p:nvPr/>
        </p:nvSpPr>
        <p:spPr>
          <a:xfrm>
            <a:off x="3103124" y="209963"/>
            <a:ext cx="2563238" cy="1372461"/>
          </a:xfrm>
          <a:prstGeom prst="cloudCallout">
            <a:avLst>
              <a:gd name="adj1" fmla="val -76858"/>
              <a:gd name="adj2" fmla="val 3720"/>
            </a:avLst>
          </a:prstGeom>
          <a:ln w="285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u-HU" sz="2200" b="1">
                <a:solidFill>
                  <a:schemeClr val="tx1"/>
                </a:solidFill>
                <a:latin typeface="Consolas" panose="020B0609020204030204" pitchFamily="49" charset="0"/>
              </a:rPr>
              <a:t>Forráskód</a:t>
            </a:r>
          </a:p>
        </p:txBody>
      </p:sp>
    </p:spTree>
    <p:extLst>
      <p:ext uri="{BB962C8B-B14F-4D97-AF65-F5344CB8AC3E}">
        <p14:creationId xmlns:p14="http://schemas.microsoft.com/office/powerpoint/2010/main" val="71925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357188" indent="-357188">
              <a:lnSpc>
                <a:spcPct val="110000"/>
              </a:lnSpc>
              <a:spcBef>
                <a:spcPts val="0"/>
              </a:spcBef>
              <a:buNone/>
              <a:tabLst>
                <a:tab pos="357188" algn="l"/>
              </a:tabLst>
            </a:pPr>
            <a:r>
              <a:rPr lang="hu-HU" sz="1700">
                <a:solidFill>
                  <a:srgbClr val="FF0000"/>
                </a:solidFill>
                <a:highlight>
                  <a:srgbClr val="FFFFFF"/>
                </a:highlight>
                <a:latin typeface="Consolas" panose="020B0609020204030204" pitchFamily="49" charset="0"/>
              </a:rPr>
              <a:t>&lt;div&gt;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Helló, UMSZKI!</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Tudnivalók</a:t>
            </a:r>
          </a:p>
          <a:p>
            <a:pPr marL="357188" indent="-357188">
              <a:lnSpc>
                <a:spcPct val="110000"/>
              </a:lnSpc>
              <a:spcBef>
                <a:spcPts val="0"/>
              </a:spcBef>
              <a:buNone/>
              <a:tabLst>
                <a:tab pos="357188" algn="l"/>
              </a:tabLst>
            </a:pPr>
            <a:r>
              <a:rPr lang="hu-HU" sz="1700" b="0">
                <a:solidFill>
                  <a:srgbClr val="FF0000"/>
                </a:solidFill>
                <a:highlight>
                  <a:srgbClr val="FFFFFF"/>
                </a:highlight>
                <a:latin typeface="Consolas" panose="020B0609020204030204" pitchFamily="49" charset="0"/>
              </a:rPr>
              <a:t>&lt;/div&gt;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a:solidFill>
                  <a:srgbClr val="FF0000"/>
                </a:solidFill>
                <a:highlight>
                  <a:srgbClr val="FFFFFF"/>
                </a:highlight>
                <a:latin typeface="Consolas" panose="020B0609020204030204" pitchFamily="49" charset="0"/>
              </a:rPr>
              <a:t>&lt;div&gt;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Szakmai vizsga</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1" noProof="1">
                <a:solidFill>
                  <a:srgbClr val="000000"/>
                </a:solidFill>
                <a:highlight>
                  <a:srgbClr val="FFFFFF"/>
                </a:highlight>
                <a:latin typeface="Consolas" panose="020B0609020204030204" pitchFamily="49" charset="0"/>
              </a:rPr>
              <a:t>Lorem ipsum dolor sit amet, consectetur adipiscing elit, sed do eiusmod tempor incididunt ut labore et dolore magna.</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FF0000"/>
                </a:solidFill>
                <a:highlight>
                  <a:srgbClr val="FFFFFF"/>
                </a:highlight>
                <a:latin typeface="Consolas" panose="020B0609020204030204" pitchFamily="49" charset="0"/>
              </a:rPr>
              <a:t>&lt;/div&gt;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a:solidFill>
                  <a:srgbClr val="FF0000"/>
                </a:solidFill>
                <a:highlight>
                  <a:srgbClr val="FFFFFF"/>
                </a:highlight>
                <a:latin typeface="Consolas" panose="020B0609020204030204" pitchFamily="49" charset="0"/>
              </a:rPr>
              <a:t>&lt;div&gt;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Weblapok szerkesztése</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1" noProof="1">
                <a:solidFill>
                  <a:srgbClr val="000000"/>
                </a:solidFill>
                <a:highlight>
                  <a:srgbClr val="FFFFFF"/>
                </a:highlight>
                <a:latin typeface="Consolas" panose="020B0609020204030204" pitchFamily="49" charset="0"/>
              </a:rPr>
              <a:t>Duis aute irure dolor in reprehenderit in voluptate velit esse cillum dolore eu fugiat nulla pariatur</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Excepteur sint occaecat cupidatat non proident,</a:t>
            </a:r>
            <a:r>
              <a:rPr lang="fr-FR" sz="1700" b="1">
                <a:solidFill>
                  <a:srgbClr val="000000"/>
                </a:solidFill>
                <a:highlight>
                  <a:srgbClr val="FFFFFF"/>
                </a:highlight>
                <a:latin typeface="Consolas" panose="020B0609020204030204" pitchFamily="49" charset="0"/>
              </a:rPr>
              <a:t> sunt in culpa qui officia deserunt mollit anim</a:t>
            </a:r>
            <a:r>
              <a:rPr lang="hu-HU" sz="1700" b="1">
                <a:solidFill>
                  <a:srgbClr val="000000"/>
                </a:solidFill>
                <a:highlight>
                  <a:srgbClr val="FFFFFF"/>
                </a:highlight>
                <a:latin typeface="Consolas" panose="020B0609020204030204" pitchFamily="49" charset="0"/>
              </a:rPr>
              <a:t>.</a:t>
            </a:r>
          </a:p>
          <a:p>
            <a:pPr marL="357188" indent="-357188">
              <a:lnSpc>
                <a:spcPct val="110000"/>
              </a:lnSpc>
              <a:spcBef>
                <a:spcPts val="0"/>
              </a:spcBef>
              <a:buNone/>
              <a:tabLst>
                <a:tab pos="357188" algn="l"/>
              </a:tabLst>
            </a:pPr>
            <a:r>
              <a:rPr lang="hu-HU" sz="1700" b="0">
                <a:solidFill>
                  <a:srgbClr val="FF0000"/>
                </a:solidFill>
                <a:highlight>
                  <a:srgbClr val="FFFFFF"/>
                </a:highlight>
                <a:latin typeface="Consolas" panose="020B0609020204030204" pitchFamily="49" charset="0"/>
              </a:rPr>
              <a:t>&lt;/div&gt;</a:t>
            </a:r>
            <a:endParaRPr lang="hu-HU" sz="1700" b="1">
              <a:solidFill>
                <a:srgbClr val="FF0000"/>
              </a:solidFill>
              <a:latin typeface="Consolas" panose="020B0609020204030204" pitchFamily="49" charset="0"/>
            </a:endParaRPr>
          </a:p>
        </p:txBody>
      </p:sp>
      <p:sp>
        <p:nvSpPr>
          <p:cNvPr id="5" name="Tartalom helye 7">
            <a:extLst>
              <a:ext uri="{FF2B5EF4-FFF2-40B4-BE49-F238E27FC236}">
                <a16:creationId xmlns:a16="http://schemas.microsoft.com/office/drawing/2014/main" id="{9C587661-F800-9885-48A7-25FCF01637C1}"/>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sz="2000" noProof="1">
                <a:latin typeface="Arial" panose="020B0604020202020204" pitchFamily="34" charset="0"/>
                <a:cs typeface="Arial" panose="020B0604020202020204" pitchFamily="34" charset="0"/>
              </a:rPr>
              <a:t>Helló, UMSZKI! Tudnivalók Szakmai vizsga Lorem ipsum dolor sit amet, consectetur adipiscing elit, sed do eiusmod tempor incididunt ut labore et dolore magna. Weblapok szerkesztése Duis aute irure dolor in reprehenderit in voluptate velit esse cillum dolore eu fugiat nulla pariatur. Excepteur sint occaecat cupidatat non proident, sunt in culpa qui officia deserunt mollit anim.</a:t>
            </a:r>
          </a:p>
        </p:txBody>
      </p:sp>
      <p:sp>
        <p:nvSpPr>
          <p:cNvPr id="3" name="Gondolatbuborék: felhő 2">
            <a:extLst>
              <a:ext uri="{FF2B5EF4-FFF2-40B4-BE49-F238E27FC236}">
                <a16:creationId xmlns:a16="http://schemas.microsoft.com/office/drawing/2014/main" id="{5783BD27-62E9-C070-0B93-3A5DA05BDC52}"/>
              </a:ext>
            </a:extLst>
          </p:cNvPr>
          <p:cNvSpPr/>
          <p:nvPr/>
        </p:nvSpPr>
        <p:spPr>
          <a:xfrm>
            <a:off x="3148755" y="365124"/>
            <a:ext cx="2947245" cy="1456908"/>
          </a:xfrm>
          <a:prstGeom prst="cloudCallout">
            <a:avLst>
              <a:gd name="adj1" fmla="val -70359"/>
              <a:gd name="adj2" fmla="val 47787"/>
            </a:avLst>
          </a:prstGeom>
          <a:solidFill>
            <a:srgbClr val="FF0000"/>
          </a:solidFill>
          <a:ln w="285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180000" tIns="45720" rIns="0" bIns="45720" rtlCol="0" anchor="ctr"/>
          <a:lstStyle/>
          <a:p>
            <a:pPr algn="ctr"/>
            <a:r>
              <a:rPr lang="hu-HU" sz="2200" b="1" dirty="0">
                <a:latin typeface="Consolas"/>
              </a:rPr>
              <a:t>Doboz, Blokk, Keret </a:t>
            </a:r>
            <a:endParaRPr lang="hu-HU" sz="2200" b="1" dirty="0">
              <a:latin typeface="Consolas" panose="020B0609020204030204" pitchFamily="49" charset="0"/>
            </a:endParaRPr>
          </a:p>
        </p:txBody>
      </p:sp>
    </p:spTree>
    <p:extLst>
      <p:ext uri="{BB962C8B-B14F-4D97-AF65-F5344CB8AC3E}">
        <p14:creationId xmlns:p14="http://schemas.microsoft.com/office/powerpoint/2010/main" val="169999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Helló, UMSZKI!</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Tudnivalók</a:t>
            </a: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Szakmai vizsga</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1" noProof="1">
                <a:solidFill>
                  <a:srgbClr val="000000"/>
                </a:solidFill>
                <a:highlight>
                  <a:srgbClr val="FFFFFF"/>
                </a:highlight>
                <a:latin typeface="Consolas" panose="020B0609020204030204" pitchFamily="49" charset="0"/>
              </a:rPr>
              <a:t>Lorem ipsum dolor sit amet, consectetur adipiscing elit, sed do eiusmod tempor incididunt ut labore et dolore magna.</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Weblapok szerkesztése</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1" noProof="1">
                <a:solidFill>
                  <a:srgbClr val="000000"/>
                </a:solidFill>
                <a:highlight>
                  <a:srgbClr val="FFFFFF"/>
                </a:highlight>
                <a:latin typeface="Consolas" panose="020B0609020204030204" pitchFamily="49" charset="0"/>
              </a:rPr>
              <a:t>Duis aute irure dolor in reprehenderit in voluptate velit esse cillum dolore eu fugiat nulla pariatur</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1" err="1">
                <a:solidFill>
                  <a:srgbClr val="000000"/>
                </a:solidFill>
                <a:highlight>
                  <a:srgbClr val="FFFFFF"/>
                </a:highlight>
                <a:latin typeface="Consolas" panose="020B0609020204030204" pitchFamily="49" charset="0"/>
              </a:rPr>
              <a:t>Excepteur</a:t>
            </a:r>
            <a:r>
              <a:rPr lang="hu-HU" sz="1700" b="1">
                <a:solidFill>
                  <a:srgbClr val="000000"/>
                </a:solidFill>
                <a:highlight>
                  <a:srgbClr val="FFFFFF"/>
                </a:highlight>
                <a:latin typeface="Consolas" panose="020B0609020204030204" pitchFamily="49" charset="0"/>
              </a:rPr>
              <a:t> sint </a:t>
            </a:r>
            <a:r>
              <a:rPr lang="hu-HU" sz="1700" b="1" err="1">
                <a:solidFill>
                  <a:srgbClr val="000000"/>
                </a:solidFill>
                <a:highlight>
                  <a:srgbClr val="FFFFFF"/>
                </a:highlight>
                <a:latin typeface="Consolas" panose="020B0609020204030204" pitchFamily="49" charset="0"/>
              </a:rPr>
              <a:t>occaecat</a:t>
            </a:r>
            <a:r>
              <a:rPr lang="hu-HU" sz="1700" b="1">
                <a:solidFill>
                  <a:srgbClr val="000000"/>
                </a:solidFill>
                <a:highlight>
                  <a:srgbClr val="FFFFFF"/>
                </a:highlight>
                <a:latin typeface="Consolas" panose="020B0609020204030204" pitchFamily="49" charset="0"/>
              </a:rPr>
              <a:t> </a:t>
            </a:r>
            <a:r>
              <a:rPr lang="hu-HU" sz="1700" b="1" err="1">
                <a:solidFill>
                  <a:srgbClr val="000000"/>
                </a:solidFill>
                <a:highlight>
                  <a:srgbClr val="FFFFFF"/>
                </a:highlight>
                <a:latin typeface="Consolas" panose="020B0609020204030204" pitchFamily="49" charset="0"/>
              </a:rPr>
              <a:t>cupidatat</a:t>
            </a:r>
            <a:r>
              <a:rPr lang="hu-HU" sz="1700" b="1">
                <a:solidFill>
                  <a:srgbClr val="000000"/>
                </a:solidFill>
                <a:highlight>
                  <a:srgbClr val="FFFFFF"/>
                </a:highlight>
                <a:latin typeface="Consolas" panose="020B0609020204030204" pitchFamily="49" charset="0"/>
              </a:rPr>
              <a:t> non </a:t>
            </a:r>
            <a:r>
              <a:rPr lang="hu-HU" sz="1700" b="1" err="1">
                <a:solidFill>
                  <a:srgbClr val="000000"/>
                </a:solidFill>
                <a:highlight>
                  <a:srgbClr val="FFFFFF"/>
                </a:highlight>
                <a:latin typeface="Consolas" panose="020B0609020204030204" pitchFamily="49" charset="0"/>
              </a:rPr>
              <a:t>proident</a:t>
            </a:r>
            <a:r>
              <a:rPr lang="hu-HU" sz="1700" b="1">
                <a:solidFill>
                  <a:srgbClr val="000000"/>
                </a:solidFill>
                <a:highlight>
                  <a:srgbClr val="FFFFFF"/>
                </a:highlight>
                <a:latin typeface="Consolas" panose="020B0609020204030204" pitchFamily="49" charset="0"/>
              </a:rPr>
              <a:t>,</a:t>
            </a:r>
            <a:r>
              <a:rPr lang="fr-FR" sz="1700" b="1">
                <a:solidFill>
                  <a:srgbClr val="000000"/>
                </a:solidFill>
                <a:highlight>
                  <a:srgbClr val="FFFFFF"/>
                </a:highlight>
                <a:latin typeface="Consolas" panose="020B0609020204030204" pitchFamily="49" charset="0"/>
              </a:rPr>
              <a:t> sunt in culpa qui officia deserunt mollit anim</a:t>
            </a:r>
            <a:r>
              <a:rPr lang="hu-HU" sz="1700" b="1">
                <a:solidFill>
                  <a:srgbClr val="000000"/>
                </a:solidFill>
                <a:highlight>
                  <a:srgbClr val="FFFFFF"/>
                </a:highlight>
                <a:latin typeface="Consolas" panose="020B0609020204030204" pitchFamily="49" charset="0"/>
              </a:rPr>
              <a:t>.</a:t>
            </a: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p:txBody>
      </p:sp>
      <p:sp>
        <p:nvSpPr>
          <p:cNvPr id="5" name="Tartalom helye 7">
            <a:extLst>
              <a:ext uri="{FF2B5EF4-FFF2-40B4-BE49-F238E27FC236}">
                <a16:creationId xmlns:a16="http://schemas.microsoft.com/office/drawing/2014/main" id="{9C587661-F800-9885-48A7-25FCF01637C1}"/>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sz="2000" noProof="1">
                <a:latin typeface="Arial" panose="020B0604020202020204" pitchFamily="34" charset="0"/>
                <a:cs typeface="Arial" panose="020B0604020202020204" pitchFamily="34" charset="0"/>
              </a:rPr>
              <a:t>Helló, UMSZKI! Tudnivalók </a:t>
            </a:r>
          </a:p>
          <a:p>
            <a:pPr marL="0" indent="0">
              <a:lnSpc>
                <a:spcPct val="120000"/>
              </a:lnSpc>
              <a:buNone/>
            </a:pPr>
            <a:endParaRPr lang="hu-HU" sz="2000" noProof="1">
              <a:latin typeface="Arial" panose="020B0604020202020204" pitchFamily="34" charset="0"/>
              <a:cs typeface="Arial" panose="020B0604020202020204" pitchFamily="34" charset="0"/>
            </a:endParaRPr>
          </a:p>
          <a:p>
            <a:pPr marL="0" indent="0">
              <a:lnSpc>
                <a:spcPct val="120000"/>
              </a:lnSpc>
              <a:buNone/>
            </a:pPr>
            <a:r>
              <a:rPr lang="hu-HU" sz="2000" noProof="1">
                <a:latin typeface="Arial" panose="020B0604020202020204" pitchFamily="34" charset="0"/>
                <a:cs typeface="Arial" panose="020B0604020202020204" pitchFamily="34" charset="0"/>
              </a:rPr>
              <a:t>Szakmai vizsga Lorem ipsum dolor sit amet, consectetur adipiscing elit, sed do eiusmod tempor incididunt ut labore et dolore magna. </a:t>
            </a:r>
          </a:p>
          <a:p>
            <a:pPr marL="0" indent="0">
              <a:lnSpc>
                <a:spcPct val="120000"/>
              </a:lnSpc>
              <a:buNone/>
            </a:pPr>
            <a:endParaRPr lang="hu-HU" sz="2000" noProof="1">
              <a:latin typeface="Arial" panose="020B0604020202020204" pitchFamily="34" charset="0"/>
              <a:cs typeface="Arial" panose="020B0604020202020204" pitchFamily="34" charset="0"/>
            </a:endParaRPr>
          </a:p>
          <a:p>
            <a:pPr marL="0" indent="0">
              <a:lnSpc>
                <a:spcPct val="120000"/>
              </a:lnSpc>
              <a:buNone/>
            </a:pPr>
            <a:r>
              <a:rPr lang="hu-HU" sz="2000" noProof="1">
                <a:latin typeface="Arial" panose="020B0604020202020204" pitchFamily="34" charset="0"/>
                <a:cs typeface="Arial" panose="020B0604020202020204" pitchFamily="34" charset="0"/>
              </a:rPr>
              <a:t>Weblapok szerkesztése Duis aute irure dolor in reprehenderit in voluptate velit esse cillum dolore eu fugiat nulla pariatur. Excepteur sint occaecat cupidatat non proident, sunt in culpa qui officia deserunt mollit anim.</a:t>
            </a:r>
          </a:p>
        </p:txBody>
      </p:sp>
    </p:spTree>
    <p:extLst>
      <p:ext uri="{BB962C8B-B14F-4D97-AF65-F5344CB8AC3E}">
        <p14:creationId xmlns:p14="http://schemas.microsoft.com/office/powerpoint/2010/main" val="1547387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Helló, UMSZKI!</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Tudnivalók</a:t>
            </a: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Szakmai vizsga</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Lorem ipsum dolor sit amet, consectetur adipiscing elit, sed do eiusmod tempor incididunt ut labore et dolore magna.</a:t>
            </a:r>
            <a:r>
              <a:rPr lang="hu-HU" sz="1700" b="0">
                <a:solidFill>
                  <a:srgbClr val="FF0000"/>
                </a:solidFill>
                <a:highlight>
                  <a:srgbClr val="FFFFFF"/>
                </a:highlight>
                <a:latin typeface="Consolas" panose="020B0609020204030204" pitchFamily="49" charset="0"/>
              </a:rPr>
              <a:t>&lt;/p&gt;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Weblapok szerkesztése</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Duis aute irure dolor in reprehenderit in voluptate velit esse cillum dolore eu fugiat nulla pariatur.</a:t>
            </a:r>
            <a:r>
              <a:rPr lang="hu-HU" sz="1700" b="0">
                <a:solidFill>
                  <a:srgbClr val="FF0000"/>
                </a:solidFill>
                <a:highlight>
                  <a:srgbClr val="FFFFFF"/>
                </a:highlight>
                <a:latin typeface="Consolas" panose="020B0609020204030204" pitchFamily="49" charset="0"/>
              </a:rPr>
              <a:t>&lt;/p&gt;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FF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Excepteur sint occaecat cupidatat non proident, sunt in culpa qui officia deserunt mollit anim</a:t>
            </a:r>
            <a:r>
              <a:rPr lang="hu-HU" sz="1700" b="1">
                <a:solidFill>
                  <a:srgbClr val="000000"/>
                </a:solidFill>
                <a:highlight>
                  <a:srgbClr val="FFFFFF"/>
                </a:highlight>
                <a:latin typeface="Consolas" panose="020B0609020204030204" pitchFamily="49" charset="0"/>
              </a:rPr>
              <a:t>.</a:t>
            </a:r>
            <a:r>
              <a:rPr lang="hu-HU" sz="1700" b="0">
                <a:solidFill>
                  <a:srgbClr val="FF0000"/>
                </a:solidFill>
                <a:highlight>
                  <a:srgbClr val="FFFFFF"/>
                </a:highlight>
                <a:latin typeface="Consolas" panose="020B0609020204030204" pitchFamily="49" charset="0"/>
              </a:rPr>
              <a:t>&lt;/p&gt;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latin typeface="Consolas" panose="020B0609020204030204" pitchFamily="49" charset="0"/>
            </a:endParaRPr>
          </a:p>
        </p:txBody>
      </p:sp>
      <p:sp>
        <p:nvSpPr>
          <p:cNvPr id="5" name="Tartalom helye 7">
            <a:extLst>
              <a:ext uri="{FF2B5EF4-FFF2-40B4-BE49-F238E27FC236}">
                <a16:creationId xmlns:a16="http://schemas.microsoft.com/office/drawing/2014/main" id="{9C587661-F800-9885-48A7-25FCF01637C1}"/>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sz="2000" noProof="1">
                <a:latin typeface="Arial" panose="020B0604020202020204" pitchFamily="34" charset="0"/>
                <a:cs typeface="Arial" panose="020B0604020202020204" pitchFamily="34" charset="0"/>
              </a:rPr>
              <a:t>Helló, UMSZKI! Tudnivalók </a:t>
            </a:r>
          </a:p>
          <a:p>
            <a:pPr marL="0" indent="0">
              <a:lnSpc>
                <a:spcPct val="120000"/>
              </a:lnSpc>
              <a:buNone/>
            </a:pPr>
            <a:endParaRPr lang="hu-HU" sz="2000" noProof="1">
              <a:latin typeface="Arial" panose="020B0604020202020204" pitchFamily="34" charset="0"/>
              <a:cs typeface="Arial" panose="020B0604020202020204" pitchFamily="34" charset="0"/>
            </a:endParaRPr>
          </a:p>
          <a:p>
            <a:pPr marL="0" indent="0">
              <a:lnSpc>
                <a:spcPct val="120000"/>
              </a:lnSpc>
              <a:buNone/>
            </a:pPr>
            <a:r>
              <a:rPr lang="hu-HU" sz="2000" noProof="1">
                <a:latin typeface="Arial" panose="020B0604020202020204" pitchFamily="34" charset="0"/>
                <a:cs typeface="Arial" panose="020B0604020202020204" pitchFamily="34" charset="0"/>
              </a:rPr>
              <a:t>Szakmai vizsga Lorem ipsum dolor sit amet, consectetur adipiscing elit, sed do eiusmod tempor incididunt ut labore et dolore magna. </a:t>
            </a:r>
          </a:p>
          <a:p>
            <a:pPr marL="0" indent="0">
              <a:lnSpc>
                <a:spcPct val="120000"/>
              </a:lnSpc>
              <a:buNone/>
            </a:pPr>
            <a:endParaRPr lang="hu-HU" sz="2000" noProof="1">
              <a:latin typeface="Arial" panose="020B0604020202020204" pitchFamily="34" charset="0"/>
              <a:cs typeface="Arial" panose="020B0604020202020204" pitchFamily="34" charset="0"/>
            </a:endParaRPr>
          </a:p>
          <a:p>
            <a:pPr marL="0" indent="0">
              <a:lnSpc>
                <a:spcPct val="120000"/>
              </a:lnSpc>
              <a:buNone/>
            </a:pPr>
            <a:r>
              <a:rPr lang="hu-HU" sz="2000" noProof="1">
                <a:latin typeface="Arial" panose="020B0604020202020204" pitchFamily="34" charset="0"/>
                <a:cs typeface="Arial" panose="020B0604020202020204" pitchFamily="34" charset="0"/>
              </a:rPr>
              <a:t>Weblapok szerkesztése Duis aute irure dolor in reprehenderit in voluptate velit esse cillum dolore eu fugiat nulla pariatur. Excepteur sint occaecat cupidatat non proident, sunt in culpa qui officia deserunt mollit anim.</a:t>
            </a:r>
          </a:p>
        </p:txBody>
      </p:sp>
      <p:sp>
        <p:nvSpPr>
          <p:cNvPr id="3" name="Gondolatbuborék: felhő 2">
            <a:extLst>
              <a:ext uri="{FF2B5EF4-FFF2-40B4-BE49-F238E27FC236}">
                <a16:creationId xmlns:a16="http://schemas.microsoft.com/office/drawing/2014/main" id="{9BDC800F-FF86-93FA-FEFA-E50859DEA01A}"/>
              </a:ext>
            </a:extLst>
          </p:cNvPr>
          <p:cNvSpPr/>
          <p:nvPr/>
        </p:nvSpPr>
        <p:spPr>
          <a:xfrm>
            <a:off x="3148755" y="365124"/>
            <a:ext cx="2947245" cy="1456908"/>
          </a:xfrm>
          <a:prstGeom prst="cloudCallout">
            <a:avLst>
              <a:gd name="adj1" fmla="val -46265"/>
              <a:gd name="adj2" fmla="val 65148"/>
            </a:avLst>
          </a:prstGeom>
          <a:solidFill>
            <a:srgbClr val="FF0000"/>
          </a:solidFill>
          <a:ln w="285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180000" rIns="0" rtlCol="0" anchor="ctr"/>
          <a:lstStyle/>
          <a:p>
            <a:pPr algn="ctr"/>
            <a:r>
              <a:rPr lang="hu-HU" sz="2200" b="1">
                <a:latin typeface="Consolas" panose="020B0609020204030204" pitchFamily="49" charset="0"/>
              </a:rPr>
              <a:t>Bekezdés,</a:t>
            </a:r>
          </a:p>
          <a:p>
            <a:pPr algn="ctr"/>
            <a:r>
              <a:rPr lang="hu-HU" sz="2200" b="1">
                <a:latin typeface="Consolas" panose="020B0609020204030204" pitchFamily="49" charset="0"/>
              </a:rPr>
              <a:t>Paragrafus</a:t>
            </a:r>
          </a:p>
        </p:txBody>
      </p:sp>
    </p:spTree>
    <p:extLst>
      <p:ext uri="{BB962C8B-B14F-4D97-AF65-F5344CB8AC3E}">
        <p14:creationId xmlns:p14="http://schemas.microsoft.com/office/powerpoint/2010/main" val="1829780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Helló, UMSZKI!</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Tudnivalók</a:t>
            </a: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Szakmai vizsga</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Lorem ipsum dolor sit amet, consectetur adipiscing elit, sed do eiusmod tempor incididunt ut labore et dolore magna.</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Weblapok szerkesztése</a:t>
            </a: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Duis aute irure dolor in reprehenderit in voluptate velit esse cillum dolore eu fugiat nulla pariatur.</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Excepteur sint occaecat cupidatat non proident, sunt in culpa qui officia deserunt mollit anim</a:t>
            </a:r>
            <a:r>
              <a:rPr lang="hu-HU" sz="1700" b="1">
                <a:solidFill>
                  <a:srgbClr val="000000"/>
                </a:solidFill>
                <a:highlight>
                  <a:srgbClr val="FFFFFF"/>
                </a:highlight>
                <a:latin typeface="Consolas" panose="020B0609020204030204" pitchFamily="49" charset="0"/>
              </a:rPr>
              <a:t>.</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latin typeface="Consolas" panose="020B0609020204030204" pitchFamily="49" charset="0"/>
            </a:endParaRPr>
          </a:p>
        </p:txBody>
      </p:sp>
      <p:sp>
        <p:nvSpPr>
          <p:cNvPr id="5" name="Tartalom helye 7">
            <a:extLst>
              <a:ext uri="{FF2B5EF4-FFF2-40B4-BE49-F238E27FC236}">
                <a16:creationId xmlns:a16="http://schemas.microsoft.com/office/drawing/2014/main" id="{9C587661-F800-9885-48A7-25FCF01637C1}"/>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sz="2000" noProof="1">
                <a:latin typeface="Arial" panose="020B0604020202020204" pitchFamily="34" charset="0"/>
                <a:cs typeface="Arial" panose="020B0604020202020204" pitchFamily="34" charset="0"/>
              </a:rPr>
              <a:t>Helló, UMSZKI! Tudnivalók </a:t>
            </a:r>
          </a:p>
          <a:p>
            <a:pPr marL="0" indent="0">
              <a:lnSpc>
                <a:spcPct val="120000"/>
              </a:lnSpc>
              <a:buNone/>
            </a:pPr>
            <a:r>
              <a:rPr lang="hu-HU" sz="2000" noProof="1">
                <a:latin typeface="Arial" panose="020B0604020202020204" pitchFamily="34" charset="0"/>
                <a:cs typeface="Arial" panose="020B0604020202020204" pitchFamily="34" charset="0"/>
              </a:rPr>
              <a:t>Szakmai vizsga </a:t>
            </a:r>
          </a:p>
          <a:p>
            <a:pPr marL="0" indent="0" algn="just">
              <a:lnSpc>
                <a:spcPct val="120000"/>
              </a:lnSpc>
              <a:buNone/>
            </a:pPr>
            <a:r>
              <a:rPr lang="hu-HU" sz="2000" noProof="1">
                <a:latin typeface="Arial" panose="020B0604020202020204" pitchFamily="34" charset="0"/>
                <a:cs typeface="Arial" panose="020B0604020202020204" pitchFamily="34" charset="0"/>
              </a:rPr>
              <a:t>Lorem ipsum dolor sit amet, consectetur adipiscing elit, sed do eiusmod tempor incididunt ut labore et dolore magna. </a:t>
            </a:r>
          </a:p>
          <a:p>
            <a:pPr marL="0" indent="0">
              <a:lnSpc>
                <a:spcPct val="120000"/>
              </a:lnSpc>
              <a:buNone/>
            </a:pPr>
            <a:r>
              <a:rPr lang="hu-HU" sz="2000" noProof="1">
                <a:latin typeface="Arial" panose="020B0604020202020204" pitchFamily="34" charset="0"/>
                <a:cs typeface="Arial" panose="020B0604020202020204" pitchFamily="34" charset="0"/>
              </a:rPr>
              <a:t>Weblapok szerkesztése </a:t>
            </a:r>
          </a:p>
          <a:p>
            <a:pPr marL="0" indent="0" algn="just">
              <a:lnSpc>
                <a:spcPct val="120000"/>
              </a:lnSpc>
              <a:buNone/>
            </a:pPr>
            <a:r>
              <a:rPr lang="hu-HU" sz="2000" noProof="1">
                <a:latin typeface="Arial" panose="020B0604020202020204" pitchFamily="34" charset="0"/>
                <a:cs typeface="Arial" panose="020B0604020202020204" pitchFamily="34" charset="0"/>
              </a:rPr>
              <a:t>Duis aute irure dolor in reprehenderit in voluptate velit esse cillum dolore eu fugiat nulla pariatur. </a:t>
            </a:r>
          </a:p>
          <a:p>
            <a:pPr marL="0" indent="0" algn="just">
              <a:lnSpc>
                <a:spcPct val="120000"/>
              </a:lnSpc>
              <a:buNone/>
            </a:pPr>
            <a:r>
              <a:rPr lang="hu-HU" sz="2000" noProof="1">
                <a:latin typeface="Arial" panose="020B0604020202020204" pitchFamily="34" charset="0"/>
                <a:cs typeface="Arial" panose="020B0604020202020204" pitchFamily="34" charset="0"/>
              </a:rPr>
              <a:t>Excepteur sint occaecat cupidatat non proident, sunt in culpa qui officia deserunt mollit anim.</a:t>
            </a:r>
          </a:p>
        </p:txBody>
      </p:sp>
    </p:spTree>
    <p:extLst>
      <p:ext uri="{BB962C8B-B14F-4D97-AF65-F5344CB8AC3E}">
        <p14:creationId xmlns:p14="http://schemas.microsoft.com/office/powerpoint/2010/main" val="2346396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&lt;h1&gt;</a:t>
            </a:r>
            <a:r>
              <a:rPr lang="hu-HU" sz="1700" b="1">
                <a:solidFill>
                  <a:srgbClr val="000000"/>
                </a:solidFill>
                <a:highlight>
                  <a:srgbClr val="FFFFFF"/>
                </a:highlight>
                <a:latin typeface="Consolas" panose="020B0609020204030204" pitchFamily="49" charset="0"/>
              </a:rPr>
              <a:t>Helló, UMSZKI!</a:t>
            </a:r>
            <a:r>
              <a:rPr lang="hu-HU" sz="1700" b="0">
                <a:solidFill>
                  <a:srgbClr val="FF0000"/>
                </a:solidFill>
                <a:highlight>
                  <a:srgbClr val="FFFFFF"/>
                </a:highlight>
                <a:latin typeface="Consolas" panose="020B0609020204030204" pitchFamily="49" charset="0"/>
              </a:rPr>
              <a:t>&lt;/h1&gt;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&lt;h2&gt;</a:t>
            </a:r>
            <a:r>
              <a:rPr lang="hu-HU" sz="1700" b="1">
                <a:solidFill>
                  <a:srgbClr val="000000"/>
                </a:solidFill>
                <a:highlight>
                  <a:srgbClr val="FFFFFF"/>
                </a:highlight>
                <a:latin typeface="Consolas" panose="020B0609020204030204" pitchFamily="49" charset="0"/>
              </a:rPr>
              <a:t>Tudnivalók</a:t>
            </a:r>
            <a:r>
              <a:rPr lang="hu-HU" sz="1700" b="0">
                <a:solidFill>
                  <a:srgbClr val="FF0000"/>
                </a:solidFill>
                <a:highlight>
                  <a:srgbClr val="FFFFFF"/>
                </a:highlight>
                <a:latin typeface="Consolas" panose="020B0609020204030204" pitchFamily="49" charset="0"/>
              </a:rPr>
              <a:t>&lt;/h2&gt;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&lt;h3&gt;</a:t>
            </a:r>
            <a:r>
              <a:rPr lang="hu-HU" sz="1700" b="1">
                <a:solidFill>
                  <a:srgbClr val="000000"/>
                </a:solidFill>
                <a:highlight>
                  <a:srgbClr val="FFFFFF"/>
                </a:highlight>
                <a:latin typeface="Consolas" panose="020B0609020204030204" pitchFamily="49" charset="0"/>
              </a:rPr>
              <a:t>Szakmai vizsga</a:t>
            </a:r>
            <a:r>
              <a:rPr lang="hu-HU" sz="1700" b="0">
                <a:solidFill>
                  <a:srgbClr val="FF0000"/>
                </a:solidFill>
                <a:highlight>
                  <a:srgbClr val="FFFFFF"/>
                </a:highlight>
                <a:latin typeface="Consolas" panose="020B0609020204030204" pitchFamily="49" charset="0"/>
              </a:rPr>
              <a:t>&lt;/h3&gt;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Lorem ipsum dolor sit amet, consectetur adipiscing elit, sed do eiusmod tempor incididunt ut labore et dolore magna.</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FF0000"/>
                </a:solidFill>
                <a:highlight>
                  <a:srgbClr val="FFFFFF"/>
                </a:highlight>
                <a:latin typeface="Consolas" panose="020B0609020204030204" pitchFamily="49" charset="0"/>
              </a:rPr>
              <a:t>&lt;h3&gt;</a:t>
            </a:r>
            <a:r>
              <a:rPr lang="hu-HU" sz="1700" b="1">
                <a:solidFill>
                  <a:srgbClr val="000000"/>
                </a:solidFill>
                <a:highlight>
                  <a:srgbClr val="FFFFFF"/>
                </a:highlight>
                <a:latin typeface="Consolas" panose="020B0609020204030204" pitchFamily="49" charset="0"/>
              </a:rPr>
              <a:t>Weblapok szerkesztése</a:t>
            </a:r>
            <a:r>
              <a:rPr lang="hu-HU" sz="1700" b="0">
                <a:solidFill>
                  <a:srgbClr val="FF0000"/>
                </a:solidFill>
                <a:highlight>
                  <a:srgbClr val="FFFFFF"/>
                </a:highlight>
                <a:latin typeface="Consolas" panose="020B0609020204030204" pitchFamily="49" charset="0"/>
              </a:rPr>
              <a:t>&lt;/h3&gt;</a:t>
            </a:r>
            <a:endParaRPr lang="hu-HU" sz="1700" b="1">
              <a:solidFill>
                <a:srgbClr val="FF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Duis aute irure dolor in reprehenderit in voluptate velit esse cillum dolore eu fugiat nulla pariatur.</a:t>
            </a:r>
            <a:r>
              <a:rPr lang="hu-HU" sz="1700" b="0">
                <a:solidFill>
                  <a:srgbClr val="0000FF"/>
                </a:solidFill>
                <a:highlight>
                  <a:srgbClr val="FFFFFF"/>
                </a:highlight>
                <a:latin typeface="Consolas" panose="020B0609020204030204" pitchFamily="49" charset="0"/>
              </a:rPr>
              <a:t>&lt;/p&gt;</a:t>
            </a:r>
          </a:p>
          <a:p>
            <a:pPr marL="357188" indent="-357188">
              <a:lnSpc>
                <a:spcPct val="110000"/>
              </a:lnSpc>
              <a:spcBef>
                <a:spcPts val="0"/>
              </a:spcBef>
              <a:buNone/>
              <a:tabLst>
                <a:tab pos="357188" algn="l"/>
              </a:tabLst>
            </a:pPr>
            <a:r>
              <a:rPr lang="hu-HU" sz="1700" noProof="1">
                <a:solidFill>
                  <a:srgbClr val="0000FF"/>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Excepteur sint occaecat cupidatat non proident, sunt in culpa qui officia deserunt mollit anim</a:t>
            </a:r>
            <a:r>
              <a:rPr lang="hu-HU" sz="1700" b="1">
                <a:solidFill>
                  <a:srgbClr val="000000"/>
                </a:solidFill>
                <a:highlight>
                  <a:srgbClr val="FFFFFF"/>
                </a:highlight>
                <a:latin typeface="Consolas" panose="020B0609020204030204" pitchFamily="49" charset="0"/>
              </a:rPr>
              <a:t>.</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latin typeface="Consolas" panose="020B0609020204030204" pitchFamily="49" charset="0"/>
            </a:endParaRPr>
          </a:p>
        </p:txBody>
      </p:sp>
      <p:sp>
        <p:nvSpPr>
          <p:cNvPr id="4" name="Tartalom helye 7">
            <a:extLst>
              <a:ext uri="{FF2B5EF4-FFF2-40B4-BE49-F238E27FC236}">
                <a16:creationId xmlns:a16="http://schemas.microsoft.com/office/drawing/2014/main" id="{51E0FC75-5710-01A7-33F4-4E805A4F7717}"/>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sz="2000" noProof="1">
                <a:latin typeface="Arial" panose="020B0604020202020204" pitchFamily="34" charset="0"/>
                <a:cs typeface="Arial" panose="020B0604020202020204" pitchFamily="34" charset="0"/>
              </a:rPr>
              <a:t>Helló, UMSZKI! Tudnivalók </a:t>
            </a:r>
          </a:p>
          <a:p>
            <a:pPr marL="0" indent="0">
              <a:lnSpc>
                <a:spcPct val="120000"/>
              </a:lnSpc>
              <a:buNone/>
            </a:pPr>
            <a:r>
              <a:rPr lang="hu-HU" sz="2000" noProof="1">
                <a:latin typeface="Arial" panose="020B0604020202020204" pitchFamily="34" charset="0"/>
                <a:cs typeface="Arial" panose="020B0604020202020204" pitchFamily="34" charset="0"/>
              </a:rPr>
              <a:t>Szakmai vizsga </a:t>
            </a:r>
          </a:p>
          <a:p>
            <a:pPr marL="0" indent="0" algn="just">
              <a:lnSpc>
                <a:spcPct val="120000"/>
              </a:lnSpc>
              <a:buNone/>
            </a:pPr>
            <a:r>
              <a:rPr lang="hu-HU" sz="2000" noProof="1">
                <a:latin typeface="Arial" panose="020B0604020202020204" pitchFamily="34" charset="0"/>
                <a:cs typeface="Arial" panose="020B0604020202020204" pitchFamily="34" charset="0"/>
              </a:rPr>
              <a:t>Lorem ipsum dolor sit amet, consectetur adipiscing elit, sed do eiusmod tempor incididunt ut labore et dolore magna. </a:t>
            </a:r>
          </a:p>
          <a:p>
            <a:pPr marL="0" indent="0">
              <a:lnSpc>
                <a:spcPct val="120000"/>
              </a:lnSpc>
              <a:buNone/>
            </a:pPr>
            <a:r>
              <a:rPr lang="hu-HU" sz="2000" noProof="1">
                <a:latin typeface="Arial" panose="020B0604020202020204" pitchFamily="34" charset="0"/>
                <a:cs typeface="Arial" panose="020B0604020202020204" pitchFamily="34" charset="0"/>
              </a:rPr>
              <a:t>Weblapok szerkesztése </a:t>
            </a:r>
          </a:p>
          <a:p>
            <a:pPr marL="0" indent="0" algn="just">
              <a:lnSpc>
                <a:spcPct val="120000"/>
              </a:lnSpc>
              <a:buNone/>
            </a:pPr>
            <a:r>
              <a:rPr lang="hu-HU" sz="2000" noProof="1">
                <a:latin typeface="Arial" panose="020B0604020202020204" pitchFamily="34" charset="0"/>
                <a:cs typeface="Arial" panose="020B0604020202020204" pitchFamily="34" charset="0"/>
              </a:rPr>
              <a:t>Duis aute irure dolor in reprehenderit in voluptate velit esse cillum dolore eu fugiat nulla pariatur. </a:t>
            </a:r>
          </a:p>
          <a:p>
            <a:pPr marL="0" indent="0" algn="just">
              <a:lnSpc>
                <a:spcPct val="120000"/>
              </a:lnSpc>
              <a:buNone/>
            </a:pPr>
            <a:r>
              <a:rPr lang="hu-HU" sz="2000" noProof="1">
                <a:latin typeface="Arial" panose="020B0604020202020204" pitchFamily="34" charset="0"/>
                <a:cs typeface="Arial" panose="020B0604020202020204" pitchFamily="34" charset="0"/>
              </a:rPr>
              <a:t>Excepteur sint occaecat cupidatat non proident, sunt in culpa qui officia deserunt mollit anim.</a:t>
            </a:r>
          </a:p>
        </p:txBody>
      </p:sp>
      <p:sp>
        <p:nvSpPr>
          <p:cNvPr id="3" name="Gondolatbuborék: felhő 2">
            <a:extLst>
              <a:ext uri="{FF2B5EF4-FFF2-40B4-BE49-F238E27FC236}">
                <a16:creationId xmlns:a16="http://schemas.microsoft.com/office/drawing/2014/main" id="{ACE679EA-96F0-8ED5-FF83-93D3A0C5318C}"/>
              </a:ext>
            </a:extLst>
          </p:cNvPr>
          <p:cNvSpPr/>
          <p:nvPr/>
        </p:nvSpPr>
        <p:spPr>
          <a:xfrm>
            <a:off x="3705726" y="365124"/>
            <a:ext cx="2488701" cy="1207886"/>
          </a:xfrm>
          <a:prstGeom prst="cloudCallout">
            <a:avLst>
              <a:gd name="adj1" fmla="val -56274"/>
              <a:gd name="adj2" fmla="val 73280"/>
            </a:avLst>
          </a:prstGeom>
          <a:solidFill>
            <a:srgbClr val="FF0000"/>
          </a:solidFill>
          <a:ln w="285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180000" rIns="0" rtlCol="0" anchor="ctr"/>
          <a:lstStyle/>
          <a:p>
            <a:pPr algn="ctr"/>
            <a:r>
              <a:rPr lang="hu-HU" sz="2200" b="1">
                <a:latin typeface="Consolas" panose="020B0609020204030204" pitchFamily="49" charset="0"/>
              </a:rPr>
              <a:t>Címsorok</a:t>
            </a:r>
          </a:p>
        </p:txBody>
      </p:sp>
    </p:spTree>
    <p:extLst>
      <p:ext uri="{BB962C8B-B14F-4D97-AF65-F5344CB8AC3E}">
        <p14:creationId xmlns:p14="http://schemas.microsoft.com/office/powerpoint/2010/main" val="4196002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357188" indent="-357188">
              <a:lnSpc>
                <a:spcPct val="110000"/>
              </a:lnSpc>
              <a:spcBef>
                <a:spcPts val="0"/>
              </a:spcBef>
              <a:buNone/>
              <a:tabLst>
                <a:tab pos="357188" algn="l"/>
              </a:tabLst>
            </a:pPr>
            <a:r>
              <a:rPr lang="hu-HU" sz="170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&lt;h1&gt;</a:t>
            </a:r>
            <a:r>
              <a:rPr lang="hu-HU" sz="1700" b="1">
                <a:solidFill>
                  <a:srgbClr val="000000"/>
                </a:solidFill>
                <a:highlight>
                  <a:srgbClr val="FFFFFF"/>
                </a:highlight>
                <a:latin typeface="Consolas" panose="020B0609020204030204" pitchFamily="49" charset="0"/>
              </a:rPr>
              <a:t>Helló, UMSZKI!</a:t>
            </a:r>
            <a:r>
              <a:rPr lang="hu-HU" sz="1700" b="0">
                <a:solidFill>
                  <a:srgbClr val="0000FF"/>
                </a:solidFill>
                <a:highlight>
                  <a:srgbClr val="FFFFFF"/>
                </a:highlight>
                <a:latin typeface="Consolas" panose="020B0609020204030204" pitchFamily="49" charset="0"/>
              </a:rPr>
              <a:t>&lt;/h1&gt;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&lt;h2&gt;</a:t>
            </a:r>
            <a:r>
              <a:rPr lang="hu-HU" sz="1700" b="1">
                <a:solidFill>
                  <a:srgbClr val="000000"/>
                </a:solidFill>
                <a:highlight>
                  <a:srgbClr val="FFFFFF"/>
                </a:highlight>
                <a:latin typeface="Consolas" panose="020B0609020204030204" pitchFamily="49" charset="0"/>
              </a:rPr>
              <a:t>Tudnivalók</a:t>
            </a:r>
            <a:r>
              <a:rPr lang="hu-HU" sz="1700" b="0">
                <a:solidFill>
                  <a:srgbClr val="0000FF"/>
                </a:solidFill>
                <a:highlight>
                  <a:srgbClr val="FFFFFF"/>
                </a:highlight>
                <a:latin typeface="Consolas" panose="020B0609020204030204" pitchFamily="49" charset="0"/>
              </a:rPr>
              <a:t>&lt;/h2&gt;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&lt;h3&gt;</a:t>
            </a:r>
            <a:r>
              <a:rPr lang="hu-HU" sz="1700" b="1">
                <a:solidFill>
                  <a:srgbClr val="000000"/>
                </a:solidFill>
                <a:highlight>
                  <a:srgbClr val="FFFFFF"/>
                </a:highlight>
                <a:latin typeface="Consolas" panose="020B0609020204030204" pitchFamily="49" charset="0"/>
              </a:rPr>
              <a:t>Szakmai vizsga</a:t>
            </a:r>
            <a:r>
              <a:rPr lang="hu-HU" sz="1700" b="0">
                <a:solidFill>
                  <a:srgbClr val="0000FF"/>
                </a:solidFill>
                <a:highlight>
                  <a:srgbClr val="FFFFFF"/>
                </a:highlight>
                <a:latin typeface="Consolas" panose="020B0609020204030204" pitchFamily="49" charset="0"/>
              </a:rPr>
              <a:t>&lt;/h3&gt;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Lorem ipsum dolor sit amet, consectetur adipiscing elit, sed do eiusmod tempor incididunt ut labore et dolore magna.</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&lt;h3&gt;</a:t>
            </a:r>
            <a:r>
              <a:rPr lang="hu-HU" sz="1700" b="1">
                <a:solidFill>
                  <a:srgbClr val="000000"/>
                </a:solidFill>
                <a:highlight>
                  <a:srgbClr val="FFFFFF"/>
                </a:highlight>
                <a:latin typeface="Consolas" panose="020B0609020204030204" pitchFamily="49" charset="0"/>
              </a:rPr>
              <a:t>Weblapok szerkesztése</a:t>
            </a:r>
            <a:r>
              <a:rPr lang="hu-HU" sz="1700" b="0">
                <a:solidFill>
                  <a:srgbClr val="0000FF"/>
                </a:solidFill>
                <a:highlight>
                  <a:srgbClr val="FFFFFF"/>
                </a:highlight>
                <a:latin typeface="Consolas" panose="020B0609020204030204" pitchFamily="49" charset="0"/>
              </a:rPr>
              <a:t>&lt;/h3&gt;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1">
                <a:solidFill>
                  <a:srgbClr val="000000"/>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Duis aute irure dolor in reprehenderit in voluptate velit esse cillum dolore eu fugiat nulla pariatur.</a:t>
            </a:r>
            <a:r>
              <a:rPr lang="hu-HU" sz="1700" b="0">
                <a:solidFill>
                  <a:srgbClr val="0000FF"/>
                </a:solidFill>
                <a:highlight>
                  <a:srgbClr val="FFFFFF"/>
                </a:highlight>
                <a:latin typeface="Consolas" panose="020B0609020204030204" pitchFamily="49" charset="0"/>
              </a:rPr>
              <a:t>&lt;/p&gt;</a:t>
            </a:r>
          </a:p>
          <a:p>
            <a:pPr marL="357188" indent="-357188">
              <a:lnSpc>
                <a:spcPct val="110000"/>
              </a:lnSpc>
              <a:spcBef>
                <a:spcPts val="0"/>
              </a:spcBef>
              <a:buNone/>
              <a:tabLst>
                <a:tab pos="357188" algn="l"/>
              </a:tabLst>
            </a:pPr>
            <a:r>
              <a:rPr lang="hu-HU" sz="1700" noProof="1">
                <a:solidFill>
                  <a:srgbClr val="0000FF"/>
                </a:solidFill>
                <a:highlight>
                  <a:srgbClr val="FFFFFF"/>
                </a:highlight>
                <a:latin typeface="Consolas" panose="020B0609020204030204" pitchFamily="49" charset="0"/>
              </a:rPr>
              <a:t>	</a:t>
            </a:r>
            <a:r>
              <a:rPr lang="hu-HU" sz="1700" b="0">
                <a:solidFill>
                  <a:srgbClr val="0000FF"/>
                </a:solidFill>
                <a:highlight>
                  <a:srgbClr val="FFFFFF"/>
                </a:highlight>
                <a:latin typeface="Consolas" panose="020B0609020204030204" pitchFamily="49" charset="0"/>
              </a:rPr>
              <a:t>&lt;p&gt;</a:t>
            </a:r>
            <a:r>
              <a:rPr lang="hu-HU" sz="1700" b="1" noProof="1">
                <a:solidFill>
                  <a:srgbClr val="000000"/>
                </a:solidFill>
                <a:highlight>
                  <a:srgbClr val="FFFFFF"/>
                </a:highlight>
                <a:latin typeface="Consolas" panose="020B0609020204030204" pitchFamily="49" charset="0"/>
              </a:rPr>
              <a:t>Excepteur sint occaecat cupidatat non proident, sunt in culpa qui officia deserunt mollit anim</a:t>
            </a:r>
            <a:r>
              <a:rPr lang="hu-HU" sz="1700" b="1">
                <a:solidFill>
                  <a:srgbClr val="000000"/>
                </a:solidFill>
                <a:highlight>
                  <a:srgbClr val="FFFFFF"/>
                </a:highlight>
                <a:latin typeface="Consolas" panose="020B0609020204030204" pitchFamily="49" charset="0"/>
              </a:rPr>
              <a:t>.</a:t>
            </a:r>
            <a:r>
              <a:rPr lang="hu-HU" sz="1700" b="0">
                <a:solidFill>
                  <a:srgbClr val="0000FF"/>
                </a:solidFill>
                <a:highlight>
                  <a:srgbClr val="FFFFFF"/>
                </a:highlight>
                <a:latin typeface="Consolas" panose="020B0609020204030204" pitchFamily="49" charset="0"/>
              </a:rPr>
              <a:t>&lt;/p&gt;</a:t>
            </a:r>
            <a:endParaRPr lang="hu-HU" sz="1700" b="1">
              <a:solidFill>
                <a:srgbClr val="000000"/>
              </a:solidFill>
              <a:highlight>
                <a:srgbClr val="FFFFFF"/>
              </a:highlight>
              <a:latin typeface="Consolas" panose="020B0609020204030204" pitchFamily="49" charset="0"/>
            </a:endParaRPr>
          </a:p>
          <a:p>
            <a:pPr marL="357188" indent="-357188">
              <a:lnSpc>
                <a:spcPct val="110000"/>
              </a:lnSpc>
              <a:spcBef>
                <a:spcPts val="0"/>
              </a:spcBef>
              <a:buNone/>
              <a:tabLst>
                <a:tab pos="357188" algn="l"/>
              </a:tabLst>
            </a:pPr>
            <a:r>
              <a:rPr lang="hu-HU" sz="1700" b="0">
                <a:solidFill>
                  <a:srgbClr val="0000FF"/>
                </a:solidFill>
                <a:highlight>
                  <a:srgbClr val="FFFFFF"/>
                </a:highlight>
                <a:latin typeface="Consolas" panose="020B0609020204030204" pitchFamily="49" charset="0"/>
              </a:rPr>
              <a:t>&lt;/div&gt;</a:t>
            </a:r>
            <a:endParaRPr lang="hu-HU" sz="1700" b="1">
              <a:latin typeface="Consolas" panose="020B0609020204030204" pitchFamily="49" charset="0"/>
            </a:endParaRPr>
          </a:p>
        </p:txBody>
      </p:sp>
      <p:sp>
        <p:nvSpPr>
          <p:cNvPr id="8" name="Tartalom helye 7">
            <a:extLst>
              <a:ext uri="{FF2B5EF4-FFF2-40B4-BE49-F238E27FC236}">
                <a16:creationId xmlns:a16="http://schemas.microsoft.com/office/drawing/2014/main" id="{D1288ED4-6FF1-40C5-A47C-2157A1959666}"/>
              </a:ext>
            </a:extLst>
          </p:cNvPr>
          <p:cNvSpPr>
            <a:spLocks noGrp="1"/>
          </p:cNvSpPr>
          <p:nvPr>
            <p:ph sz="quarter" idx="4"/>
          </p:nvPr>
        </p:nvSpPr>
        <p:spPr>
          <a:xfrm>
            <a:off x="6172200" y="365125"/>
            <a:ext cx="5183188" cy="5824538"/>
          </a:xfrm>
        </p:spPr>
        <p:txBody>
          <a:bodyPr>
            <a:noAutofit/>
          </a:bodyPr>
          <a:lstStyle/>
          <a:p>
            <a:pPr marL="0" indent="0">
              <a:lnSpc>
                <a:spcPct val="120000"/>
              </a:lnSpc>
              <a:buNone/>
            </a:pPr>
            <a:r>
              <a:rPr lang="hu-HU" b="1" noProof="1">
                <a:latin typeface="Arial" panose="020B0604020202020204" pitchFamily="34" charset="0"/>
                <a:cs typeface="Arial" panose="020B0604020202020204" pitchFamily="34" charset="0"/>
              </a:rPr>
              <a:t>Helló, UMSZKI! </a:t>
            </a:r>
          </a:p>
          <a:p>
            <a:pPr marL="0" indent="0">
              <a:lnSpc>
                <a:spcPct val="120000"/>
              </a:lnSpc>
              <a:buNone/>
            </a:pPr>
            <a:r>
              <a:rPr lang="hu-HU" sz="2400" b="1" noProof="1">
                <a:latin typeface="Arial" panose="020B0604020202020204" pitchFamily="34" charset="0"/>
                <a:cs typeface="Arial" panose="020B0604020202020204" pitchFamily="34" charset="0"/>
              </a:rPr>
              <a:t>Tudnivalók</a:t>
            </a:r>
          </a:p>
          <a:p>
            <a:pPr marL="0" indent="0">
              <a:lnSpc>
                <a:spcPct val="120000"/>
              </a:lnSpc>
              <a:buNone/>
            </a:pPr>
            <a:r>
              <a:rPr lang="hu-HU" sz="2000" b="1" noProof="1">
                <a:latin typeface="Arial" panose="020B0604020202020204" pitchFamily="34" charset="0"/>
                <a:cs typeface="Arial" panose="020B0604020202020204" pitchFamily="34" charset="0"/>
              </a:rPr>
              <a:t>Szakmai vizsga</a:t>
            </a:r>
          </a:p>
          <a:p>
            <a:pPr marL="0" indent="0" algn="just">
              <a:lnSpc>
                <a:spcPct val="120000"/>
              </a:lnSpc>
              <a:buNone/>
            </a:pPr>
            <a:r>
              <a:rPr lang="hu-HU" sz="2000" noProof="1">
                <a:latin typeface="Arial" panose="020B0604020202020204" pitchFamily="34" charset="0"/>
                <a:cs typeface="Arial" panose="020B0604020202020204" pitchFamily="34" charset="0"/>
              </a:rPr>
              <a:t>Lorem ipsum dolor sit amet, consectetur adipiscing elit, sed do eiusmod tempor incididunt ut labore et dolore magna. </a:t>
            </a:r>
          </a:p>
          <a:p>
            <a:pPr marL="0" indent="0">
              <a:lnSpc>
                <a:spcPct val="120000"/>
              </a:lnSpc>
              <a:buNone/>
            </a:pPr>
            <a:r>
              <a:rPr lang="hu-HU" sz="2000" b="1" noProof="1">
                <a:latin typeface="Arial" panose="020B0604020202020204" pitchFamily="34" charset="0"/>
                <a:cs typeface="Arial" panose="020B0604020202020204" pitchFamily="34" charset="0"/>
              </a:rPr>
              <a:t>Weblapok szerkesztése</a:t>
            </a:r>
          </a:p>
          <a:p>
            <a:pPr marL="0" indent="0" algn="just">
              <a:lnSpc>
                <a:spcPct val="120000"/>
              </a:lnSpc>
              <a:buNone/>
            </a:pPr>
            <a:r>
              <a:rPr lang="hu-HU" sz="2000" noProof="1">
                <a:latin typeface="Arial" panose="020B0604020202020204" pitchFamily="34" charset="0"/>
                <a:cs typeface="Arial" panose="020B0604020202020204" pitchFamily="34" charset="0"/>
              </a:rPr>
              <a:t>Duis aute irure dolor in reprehenderit in voluptate velit esse cillum dolore eu fugiat nulla pariatur. </a:t>
            </a:r>
          </a:p>
          <a:p>
            <a:pPr marL="0" indent="0" algn="just">
              <a:lnSpc>
                <a:spcPct val="120000"/>
              </a:lnSpc>
              <a:buNone/>
            </a:pPr>
            <a:r>
              <a:rPr lang="hu-HU" sz="2000" noProof="1">
                <a:latin typeface="Arial" panose="020B0604020202020204" pitchFamily="34" charset="0"/>
                <a:cs typeface="Arial" panose="020B0604020202020204" pitchFamily="34" charset="0"/>
              </a:rPr>
              <a:t>Excepteur sint occaecat cupidatat non proident, sunt in culpa qui officia deserunt mollit anim</a:t>
            </a:r>
            <a:r>
              <a:rPr lang="hu-HU" sz="2200" noProof="1">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9368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HTML</a:t>
            </a:r>
            <a:br>
              <a:rPr lang="hu-HU" sz="6000" b="1">
                <a:solidFill>
                  <a:srgbClr val="FFFFFF"/>
                </a:solidFill>
              </a:rPr>
            </a:br>
            <a:r>
              <a:rPr lang="hu-HU" sz="6000" b="1">
                <a:solidFill>
                  <a:srgbClr val="FFFFFF"/>
                </a:solidFill>
              </a:rPr>
              <a:t>régen</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zövegdoboz 3">
            <a:extLst>
              <a:ext uri="{FF2B5EF4-FFF2-40B4-BE49-F238E27FC236}">
                <a16:creationId xmlns:a16="http://schemas.microsoft.com/office/drawing/2014/main" id="{E4F0BD30-E009-02FA-F721-EF94573F02CE}"/>
              </a:ext>
            </a:extLst>
          </p:cNvPr>
          <p:cNvSpPr txBox="1"/>
          <p:nvPr/>
        </p:nvSpPr>
        <p:spPr>
          <a:xfrm>
            <a:off x="6105495" y="1665476"/>
            <a:ext cx="5604897" cy="4442242"/>
          </a:xfrm>
          <a:prstGeom prst="rect">
            <a:avLst/>
          </a:prstGeom>
          <a:noFill/>
        </p:spPr>
        <p:txBody>
          <a:bodyPr wrap="square">
            <a:spAutoFit/>
          </a:bodyPr>
          <a:lstStyle/>
          <a:p>
            <a:pPr>
              <a:spcAft>
                <a:spcPts val="1000"/>
              </a:spcAft>
              <a:tabLst>
                <a:tab pos="360363" algn="l"/>
              </a:tabLst>
            </a:pP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id</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menusor</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id</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fejlec</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id</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oldalsav</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id</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tartalom</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class</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cikk</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class</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cikk</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class</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cikk</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a:p>
            <a:pPr>
              <a:spcAft>
                <a:spcPts val="1000"/>
              </a:spcAft>
              <a:tabLst>
                <a:tab pos="360363" algn="l"/>
              </a:tabLst>
            </a:pPr>
            <a:r>
              <a:rPr lang="en-US" sz="2400" b="1" noProof="1">
                <a:solidFill>
                  <a:srgbClr val="0000FF"/>
                </a:solidFill>
                <a:highlight>
                  <a:srgbClr val="FFFFFF"/>
                </a:highlight>
                <a:latin typeface="Consolas" panose="020B0609020204030204" pitchFamily="49" charset="0"/>
              </a:rPr>
              <a:t>&lt;div</a:t>
            </a:r>
            <a:r>
              <a:rPr lang="en-US" sz="2400" b="1" noProof="1">
                <a:solidFill>
                  <a:srgbClr val="000000"/>
                </a:solidFill>
                <a:highlight>
                  <a:srgbClr val="FFFFFF"/>
                </a:highlight>
                <a:latin typeface="Consolas" panose="020B0609020204030204" pitchFamily="49" charset="0"/>
              </a:rPr>
              <a:t> </a:t>
            </a:r>
            <a:r>
              <a:rPr lang="en-US" sz="2400" b="1" noProof="1">
                <a:solidFill>
                  <a:srgbClr val="FF0000"/>
                </a:solidFill>
                <a:highlight>
                  <a:srgbClr val="FFFFFF"/>
                </a:highlight>
                <a:latin typeface="Consolas" panose="020B0609020204030204" pitchFamily="49" charset="0"/>
              </a:rPr>
              <a:t>id</a:t>
            </a:r>
            <a:r>
              <a:rPr lang="en-US" sz="2400" b="1" noProof="1">
                <a:solidFill>
                  <a:srgbClr val="000000"/>
                </a:solidFill>
                <a:highlight>
                  <a:srgbClr val="FFFFFF"/>
                </a:highlight>
                <a:latin typeface="Consolas" panose="020B0609020204030204" pitchFamily="49" charset="0"/>
              </a:rPr>
              <a:t>=</a:t>
            </a:r>
            <a:r>
              <a:rPr lang="en-US" sz="2400" b="1" noProof="1">
                <a:solidFill>
                  <a:srgbClr val="8000FF"/>
                </a:solidFill>
                <a:highlight>
                  <a:srgbClr val="FFFFFF"/>
                </a:highlight>
                <a:latin typeface="Consolas" panose="020B0609020204030204" pitchFamily="49" charset="0"/>
              </a:rPr>
              <a:t>"</a:t>
            </a:r>
            <a:r>
              <a:rPr lang="hu-HU" sz="2400" b="1" noProof="1">
                <a:solidFill>
                  <a:srgbClr val="8000FF"/>
                </a:solidFill>
                <a:highlight>
                  <a:srgbClr val="FFFFFF"/>
                </a:highlight>
                <a:latin typeface="Consolas" panose="020B0609020204030204" pitchFamily="49" charset="0"/>
              </a:rPr>
              <a:t>lablac</a:t>
            </a:r>
            <a:r>
              <a:rPr lang="en-US" sz="2400" b="1" noProof="1">
                <a:solidFill>
                  <a:srgbClr val="8000FF"/>
                </a:solidFill>
                <a:highlight>
                  <a:srgbClr val="FFFFFF"/>
                </a:highlight>
                <a:latin typeface="Consolas" panose="020B0609020204030204" pitchFamily="49" charset="0"/>
              </a:rPr>
              <a:t>"</a:t>
            </a:r>
            <a:r>
              <a:rPr lang="en-US" sz="2400" b="1" noProof="1">
                <a:solidFill>
                  <a:srgbClr val="0000FF"/>
                </a:solidFill>
                <a:highlight>
                  <a:srgbClr val="FFFFFF"/>
                </a:highlight>
                <a:latin typeface="Consolas" panose="020B0609020204030204" pitchFamily="49" charset="0"/>
              </a:rPr>
              <a:t>&gt;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&lt;/div&gt;</a:t>
            </a:r>
            <a:endParaRPr lang="en-US" sz="2400" b="1" noProof="1">
              <a:solidFill>
                <a:srgbClr val="000000"/>
              </a:solidFill>
              <a:highlight>
                <a:srgbClr val="FFFFFF"/>
              </a:highlight>
              <a:latin typeface="Consolas" panose="020B0609020204030204" pitchFamily="49" charset="0"/>
            </a:endParaRPr>
          </a:p>
        </p:txBody>
      </p:sp>
      <p:sp>
        <p:nvSpPr>
          <p:cNvPr id="6" name="Szövegdoboz 5">
            <a:extLst>
              <a:ext uri="{FF2B5EF4-FFF2-40B4-BE49-F238E27FC236}">
                <a16:creationId xmlns:a16="http://schemas.microsoft.com/office/drawing/2014/main" id="{F949CD7E-4D5C-24A4-75A4-D9624CD7D6E3}"/>
              </a:ext>
            </a:extLst>
          </p:cNvPr>
          <p:cNvSpPr txBox="1"/>
          <p:nvPr/>
        </p:nvSpPr>
        <p:spPr>
          <a:xfrm>
            <a:off x="6096000" y="564204"/>
            <a:ext cx="5742562" cy="954107"/>
          </a:xfrm>
          <a:prstGeom prst="rect">
            <a:avLst/>
          </a:prstGeom>
          <a:noFill/>
        </p:spPr>
        <p:txBody>
          <a:bodyPr wrap="square" rtlCol="0">
            <a:spAutoFit/>
          </a:bodyPr>
          <a:lstStyle/>
          <a:p>
            <a:pPr algn="ctr"/>
            <a:r>
              <a:rPr lang="hu-HU" sz="2800" b="1">
                <a:solidFill>
                  <a:schemeClr val="bg1"/>
                </a:solidFill>
              </a:rPr>
              <a:t>Néhány kiemelten fontos </a:t>
            </a:r>
          </a:p>
          <a:p>
            <a:pPr algn="ctr"/>
            <a:r>
              <a:rPr lang="hu-HU" sz="2800" b="1">
                <a:solidFill>
                  <a:schemeClr val="bg1"/>
                </a:solidFill>
              </a:rPr>
              <a:t>tartalmi blokk gyakran előfordul</a:t>
            </a:r>
          </a:p>
        </p:txBody>
      </p:sp>
    </p:spTree>
    <p:extLst>
      <p:ext uri="{BB962C8B-B14F-4D97-AF65-F5344CB8AC3E}">
        <p14:creationId xmlns:p14="http://schemas.microsoft.com/office/powerpoint/2010/main" val="2886529363"/>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HTML5</a:t>
            </a:r>
            <a:br>
              <a:rPr lang="hu-HU" sz="6000" b="1">
                <a:solidFill>
                  <a:srgbClr val="FFFFFF"/>
                </a:solidFill>
              </a:rPr>
            </a:br>
            <a:r>
              <a:rPr lang="hu-HU" sz="6000" b="1">
                <a:solidFill>
                  <a:srgbClr val="FFFFFF"/>
                </a:solidFill>
              </a:rPr>
              <a:t>újdonságai</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zövegdoboz 2">
            <a:extLst>
              <a:ext uri="{FF2B5EF4-FFF2-40B4-BE49-F238E27FC236}">
                <a16:creationId xmlns:a16="http://schemas.microsoft.com/office/drawing/2014/main" id="{3768237F-7A99-013A-3682-1ED0911CBAE0}"/>
              </a:ext>
            </a:extLst>
          </p:cNvPr>
          <p:cNvSpPr txBox="1"/>
          <p:nvPr/>
        </p:nvSpPr>
        <p:spPr>
          <a:xfrm>
            <a:off x="6096000" y="564204"/>
            <a:ext cx="5742562" cy="954107"/>
          </a:xfrm>
          <a:prstGeom prst="rect">
            <a:avLst/>
          </a:prstGeom>
          <a:noFill/>
        </p:spPr>
        <p:txBody>
          <a:bodyPr wrap="square" rtlCol="0">
            <a:spAutoFit/>
          </a:bodyPr>
          <a:lstStyle/>
          <a:p>
            <a:pPr algn="ctr"/>
            <a:r>
              <a:rPr lang="hu-HU" sz="2800" b="1">
                <a:solidFill>
                  <a:schemeClr val="bg1"/>
                </a:solidFill>
              </a:rPr>
              <a:t>Akkor miért nincs saját, </a:t>
            </a:r>
            <a:br>
              <a:rPr lang="hu-HU" sz="2800" b="1">
                <a:solidFill>
                  <a:schemeClr val="bg1"/>
                </a:solidFill>
              </a:rPr>
            </a:br>
            <a:r>
              <a:rPr lang="hu-HU" sz="2800" b="1">
                <a:solidFill>
                  <a:schemeClr val="bg1"/>
                </a:solidFill>
              </a:rPr>
              <a:t>beszédes nevű címkéjük?</a:t>
            </a:r>
          </a:p>
        </p:txBody>
      </p:sp>
      <p:sp>
        <p:nvSpPr>
          <p:cNvPr id="6" name="Szövegdoboz 5">
            <a:extLst>
              <a:ext uri="{FF2B5EF4-FFF2-40B4-BE49-F238E27FC236}">
                <a16:creationId xmlns:a16="http://schemas.microsoft.com/office/drawing/2014/main" id="{C3414733-6D98-D6DB-2F57-A02256711495}"/>
              </a:ext>
            </a:extLst>
          </p:cNvPr>
          <p:cNvSpPr txBox="1"/>
          <p:nvPr/>
        </p:nvSpPr>
        <p:spPr>
          <a:xfrm>
            <a:off x="6096000" y="1651627"/>
            <a:ext cx="5604897" cy="4442242"/>
          </a:xfrm>
          <a:prstGeom prst="rect">
            <a:avLst/>
          </a:prstGeom>
          <a:noFill/>
        </p:spPr>
        <p:txBody>
          <a:bodyPr wrap="square">
            <a:spAutoFit/>
          </a:bodyPr>
          <a:lstStyle/>
          <a:p>
            <a:pPr marL="0" indent="0" defTabSz="360363">
              <a:spcAft>
                <a:spcPts val="1000"/>
              </a:spcAft>
              <a:buNone/>
            </a:pPr>
            <a:r>
              <a:rPr lang="en-US" sz="2400" b="1" noProof="1">
                <a:solidFill>
                  <a:srgbClr val="0000FF"/>
                </a:solidFill>
                <a:highlight>
                  <a:srgbClr val="FFFFFF"/>
                </a:highlight>
                <a:latin typeface="Consolas" panose="020B0609020204030204" pitchFamily="49" charset="0"/>
              </a:rPr>
              <a:t>&lt;nav&gt;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menüsor</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&lt;/nav&gt;</a:t>
            </a:r>
          </a:p>
          <a:p>
            <a:pPr marL="0" indent="0" defTabSz="360363">
              <a:spcAft>
                <a:spcPts val="1000"/>
              </a:spcAft>
              <a:buNone/>
            </a:pPr>
            <a:r>
              <a:rPr lang="en-US" sz="2400" b="1" noProof="1">
                <a:solidFill>
                  <a:srgbClr val="0000FF"/>
                </a:solidFill>
                <a:highlight>
                  <a:srgbClr val="FFFFFF"/>
                </a:highlight>
                <a:latin typeface="Consolas" panose="020B0609020204030204" pitchFamily="49" charset="0"/>
              </a:rPr>
              <a:t>&lt;header&gt;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fejléc</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&lt;/header&gt;</a:t>
            </a:r>
            <a:endParaRPr lang="hu-HU" sz="2400" b="1" noProof="1">
              <a:solidFill>
                <a:srgbClr val="0000FF"/>
              </a:solidFill>
              <a:highlight>
                <a:srgbClr val="FFFFFF"/>
              </a:highlight>
              <a:latin typeface="Consolas" panose="020B0609020204030204" pitchFamily="49" charset="0"/>
            </a:endParaRPr>
          </a:p>
          <a:p>
            <a:pPr marL="0" indent="0" defTabSz="360363">
              <a:spcAft>
                <a:spcPts val="1000"/>
              </a:spcAft>
              <a:buNone/>
            </a:pPr>
            <a:r>
              <a:rPr lang="hu-HU" sz="2400" b="1" noProof="1">
                <a:solidFill>
                  <a:srgbClr val="0000FF"/>
                </a:solidFill>
                <a:highlight>
                  <a:srgbClr val="FFFFFF"/>
                </a:highlight>
                <a:latin typeface="Consolas" panose="020B0609020204030204" pitchFamily="49" charset="0"/>
              </a:rPr>
              <a:t>&lt;aside&gt;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oldalsáv</a:t>
            </a:r>
            <a:r>
              <a:rPr lang="en-US" sz="2400" b="1" noProof="1">
                <a:solidFill>
                  <a:srgbClr val="000000"/>
                </a:solidFill>
                <a:highlight>
                  <a:srgbClr val="FFFFFF"/>
                </a:highlight>
                <a:latin typeface="Consolas" panose="020B0609020204030204" pitchFamily="49" charset="0"/>
              </a:rPr>
              <a:t> </a:t>
            </a:r>
            <a:r>
              <a:rPr lang="hu-HU" sz="2400" b="1" noProof="1">
                <a:solidFill>
                  <a:srgbClr val="0000FF"/>
                </a:solidFill>
                <a:highlight>
                  <a:srgbClr val="FFFFFF"/>
                </a:highlight>
                <a:latin typeface="Consolas" panose="020B0609020204030204" pitchFamily="49" charset="0"/>
              </a:rPr>
              <a:t>&lt;/aside&gt;</a:t>
            </a:r>
            <a:endParaRPr lang="en-US" sz="2400" b="1" noProof="1">
              <a:solidFill>
                <a:srgbClr val="000000"/>
              </a:solidFill>
              <a:highlight>
                <a:srgbClr val="FFFFFF"/>
              </a:highlight>
              <a:latin typeface="Consolas" panose="020B0609020204030204" pitchFamily="49" charset="0"/>
            </a:endParaRPr>
          </a:p>
          <a:p>
            <a:pPr marL="0" indent="0" defTabSz="360363">
              <a:spcAft>
                <a:spcPts val="1000"/>
              </a:spcAft>
              <a:buNone/>
            </a:pPr>
            <a:r>
              <a:rPr lang="en-US" sz="2400" b="1" noProof="1">
                <a:solidFill>
                  <a:srgbClr val="0000FF"/>
                </a:solidFill>
                <a:highlight>
                  <a:srgbClr val="FFFFFF"/>
                </a:highlight>
                <a:latin typeface="Consolas" panose="020B0609020204030204" pitchFamily="49" charset="0"/>
              </a:rPr>
              <a:t>&lt;main&gt;</a:t>
            </a:r>
            <a:endParaRPr lang="en-US" sz="2400" b="1" noProof="1">
              <a:solidFill>
                <a:srgbClr val="000000"/>
              </a:solidFill>
              <a:highlight>
                <a:srgbClr val="FFFFFF"/>
              </a:highlight>
              <a:latin typeface="Consolas" panose="020B0609020204030204" pitchFamily="49" charset="0"/>
            </a:endParaRPr>
          </a:p>
          <a:p>
            <a:pPr marL="0" indent="0" defTabSz="360363">
              <a:spcAft>
                <a:spcPts val="1000"/>
              </a:spcAft>
              <a:buNone/>
            </a:pP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&lt;article&gt;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cikk</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&lt;/article&gt;</a:t>
            </a:r>
            <a:endParaRPr lang="en-US" sz="2400" b="1" noProof="1">
              <a:solidFill>
                <a:srgbClr val="000000"/>
              </a:solidFill>
              <a:highlight>
                <a:srgbClr val="FFFFFF"/>
              </a:highlight>
              <a:latin typeface="Consolas" panose="020B0609020204030204" pitchFamily="49" charset="0"/>
            </a:endParaRPr>
          </a:p>
          <a:p>
            <a:pPr marL="0" indent="0" defTabSz="360363">
              <a:spcAft>
                <a:spcPts val="1000"/>
              </a:spcAft>
              <a:buNone/>
            </a:pP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&lt;article&gt;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cikk</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&lt;/article&gt;</a:t>
            </a:r>
            <a:endParaRPr lang="en-US" sz="2400" b="1" noProof="1">
              <a:solidFill>
                <a:srgbClr val="000000"/>
              </a:solidFill>
              <a:highlight>
                <a:srgbClr val="FFFFFF"/>
              </a:highlight>
              <a:latin typeface="Consolas" panose="020B0609020204030204" pitchFamily="49" charset="0"/>
            </a:endParaRPr>
          </a:p>
          <a:p>
            <a:pPr marL="0" indent="0" defTabSz="360363">
              <a:spcAft>
                <a:spcPts val="1000"/>
              </a:spcAft>
              <a:buNone/>
            </a:pP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&lt;article&gt;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cikk</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&lt;/article&gt;</a:t>
            </a:r>
            <a:endParaRPr lang="en-US" sz="2400" b="1" noProof="1">
              <a:solidFill>
                <a:srgbClr val="000000"/>
              </a:solidFill>
              <a:highlight>
                <a:srgbClr val="FFFFFF"/>
              </a:highlight>
              <a:latin typeface="Consolas" panose="020B0609020204030204" pitchFamily="49" charset="0"/>
            </a:endParaRPr>
          </a:p>
          <a:p>
            <a:pPr marL="0" indent="0" defTabSz="360363">
              <a:spcAft>
                <a:spcPts val="1000"/>
              </a:spcAft>
              <a:buNone/>
            </a:pPr>
            <a:r>
              <a:rPr lang="en-US" sz="2400" b="1" noProof="1">
                <a:solidFill>
                  <a:srgbClr val="0000FF"/>
                </a:solidFill>
                <a:highlight>
                  <a:srgbClr val="FFFFFF"/>
                </a:highlight>
                <a:latin typeface="Consolas" panose="020B0609020204030204" pitchFamily="49" charset="0"/>
              </a:rPr>
              <a:t>&lt;/main&gt;</a:t>
            </a:r>
            <a:endParaRPr lang="hu-HU" sz="2400" b="1" noProof="1">
              <a:solidFill>
                <a:srgbClr val="0000FF"/>
              </a:solidFill>
              <a:highlight>
                <a:srgbClr val="FFFFFF"/>
              </a:highlight>
              <a:latin typeface="Consolas" panose="020B0609020204030204" pitchFamily="49" charset="0"/>
            </a:endParaRPr>
          </a:p>
          <a:p>
            <a:pPr marL="0" indent="0" defTabSz="360363">
              <a:spcAft>
                <a:spcPts val="1000"/>
              </a:spcAft>
              <a:buNone/>
            </a:pPr>
            <a:r>
              <a:rPr lang="en-US" sz="2400" b="1" noProof="1">
                <a:solidFill>
                  <a:srgbClr val="0000FF"/>
                </a:solidFill>
                <a:highlight>
                  <a:srgbClr val="FFFFFF"/>
                </a:highlight>
                <a:latin typeface="Consolas" panose="020B0609020204030204" pitchFamily="49" charset="0"/>
              </a:rPr>
              <a:t>&lt;footer&gt;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láblác</a:t>
            </a:r>
            <a:r>
              <a:rPr lang="en-US" sz="2400" b="1" noProof="1">
                <a:solidFill>
                  <a:srgbClr val="000000"/>
                </a:solidFill>
                <a:highlight>
                  <a:srgbClr val="FFFFFF"/>
                </a:highlight>
                <a:latin typeface="Consolas" panose="020B0609020204030204" pitchFamily="49" charset="0"/>
              </a:rPr>
              <a:t> </a:t>
            </a:r>
            <a:r>
              <a:rPr lang="en-US" sz="2400" b="1" noProof="1">
                <a:solidFill>
                  <a:srgbClr val="0000FF"/>
                </a:solidFill>
                <a:highlight>
                  <a:srgbClr val="FFFFFF"/>
                </a:highlight>
                <a:latin typeface="Consolas" panose="020B0609020204030204" pitchFamily="49" charset="0"/>
              </a:rPr>
              <a:t>&lt;footer&gt;</a:t>
            </a:r>
            <a:endParaRPr lang="en-US" sz="2400" b="1" noProof="1">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324841718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Nevesített szakaszok</a:t>
            </a: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hu-HU" noProof="1">
              <a:latin typeface="Arial" panose="020B0604020202020204" pitchFamily="34" charset="0"/>
              <a:cs typeface="Arial" panose="020B0604020202020204" pitchFamily="34" charset="0"/>
            </a:endParaRPr>
          </a:p>
        </p:txBody>
      </p:sp>
      <p:sp>
        <p:nvSpPr>
          <p:cNvPr id="3" name="Tartalom helye 5">
            <a:extLst>
              <a:ext uri="{FF2B5EF4-FFF2-40B4-BE49-F238E27FC236}">
                <a16:creationId xmlns:a16="http://schemas.microsoft.com/office/drawing/2014/main" id="{9F164FC4-49B1-0596-399C-1F11241AEABD}"/>
              </a:ext>
            </a:extLst>
          </p:cNvPr>
          <p:cNvSpPr txBox="1">
            <a:spLocks/>
          </p:cNvSpPr>
          <p:nvPr/>
        </p:nvSpPr>
        <p:spPr>
          <a:xfrm>
            <a:off x="836612" y="2978923"/>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endParaRPr lang="en-US" sz="2400" noProof="1">
              <a:solidFill>
                <a:srgbClr val="FF0000"/>
              </a:solidFill>
              <a:highlight>
                <a:srgbClr val="FFFFFF"/>
              </a:highlight>
              <a:latin typeface="Consolas" panose="020B0609020204030204" pitchFamily="49" charset="0"/>
            </a:endParaRPr>
          </a:p>
        </p:txBody>
      </p:sp>
      <p:sp>
        <p:nvSpPr>
          <p:cNvPr id="12" name="Tartalom helye 7">
            <a:extLst>
              <a:ext uri="{FF2B5EF4-FFF2-40B4-BE49-F238E27FC236}">
                <a16:creationId xmlns:a16="http://schemas.microsoft.com/office/drawing/2014/main" id="{49272335-9C5F-C9A0-0AD0-8317574C1077}"/>
              </a:ext>
            </a:extLst>
          </p:cNvPr>
          <p:cNvSpPr txBox="1">
            <a:spLocks/>
          </p:cNvSpPr>
          <p:nvPr/>
        </p:nvSpPr>
        <p:spPr>
          <a:xfrm>
            <a:off x="807167" y="2530386"/>
            <a:ext cx="5183188" cy="39818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360363">
              <a:buNone/>
            </a:pPr>
            <a:r>
              <a:rPr lang="en-US" sz="2400" noProof="1">
                <a:solidFill>
                  <a:srgbClr val="0000FF"/>
                </a:solidFill>
                <a:highlight>
                  <a:srgbClr val="FFFFFF"/>
                </a:highlight>
                <a:latin typeface="Consolas" panose="020B0609020204030204" pitchFamily="49" charset="0"/>
              </a:rPr>
              <a:t>&lt;nav&gt;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menüsor</a:t>
            </a: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&lt;/nav&gt;</a:t>
            </a:r>
          </a:p>
          <a:p>
            <a:pPr marL="0" indent="0" defTabSz="360363">
              <a:buNone/>
            </a:pPr>
            <a:r>
              <a:rPr lang="en-US" sz="2400" b="0" noProof="1">
                <a:solidFill>
                  <a:srgbClr val="0000FF"/>
                </a:solidFill>
                <a:highlight>
                  <a:srgbClr val="FFFFFF"/>
                </a:highlight>
                <a:latin typeface="Consolas" panose="020B0609020204030204" pitchFamily="49" charset="0"/>
              </a:rPr>
              <a:t>&lt;header&gt;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fejléc</a:t>
            </a: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&lt;/header&gt;</a:t>
            </a:r>
            <a:endParaRPr lang="hu-HU" sz="2400" b="0" noProof="1">
              <a:solidFill>
                <a:srgbClr val="0000FF"/>
              </a:solidFill>
              <a:highlight>
                <a:srgbClr val="FFFFFF"/>
              </a:highlight>
              <a:latin typeface="Consolas" panose="020B0609020204030204" pitchFamily="49" charset="0"/>
            </a:endParaRPr>
          </a:p>
          <a:p>
            <a:pPr marL="0" indent="0" defTabSz="360363">
              <a:buNone/>
            </a:pPr>
            <a:r>
              <a:rPr lang="hu-HU" sz="2400" noProof="1">
                <a:solidFill>
                  <a:srgbClr val="0000FF"/>
                </a:solidFill>
                <a:highlight>
                  <a:srgbClr val="FFFFFF"/>
                </a:highlight>
                <a:latin typeface="Consolas" panose="020B0609020204030204" pitchFamily="49" charset="0"/>
              </a:rPr>
              <a:t>&lt;aside&gt;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oldalsáv</a:t>
            </a:r>
            <a:r>
              <a:rPr lang="en-US" sz="2400" b="1" noProof="1">
                <a:solidFill>
                  <a:srgbClr val="000000"/>
                </a:solidFill>
                <a:highlight>
                  <a:srgbClr val="FFFFFF"/>
                </a:highlight>
                <a:latin typeface="Consolas" panose="020B0609020204030204" pitchFamily="49" charset="0"/>
              </a:rPr>
              <a:t> </a:t>
            </a:r>
            <a:r>
              <a:rPr lang="hu-HU" sz="2400" noProof="1">
                <a:solidFill>
                  <a:srgbClr val="0000FF"/>
                </a:solidFill>
                <a:highlight>
                  <a:srgbClr val="FFFFFF"/>
                </a:highlight>
                <a:latin typeface="Consolas" panose="020B0609020204030204" pitchFamily="49" charset="0"/>
              </a:rPr>
              <a:t>&lt;/aside&gt;</a:t>
            </a:r>
            <a:endParaRPr lang="en-US" sz="2400" b="1" noProof="1">
              <a:solidFill>
                <a:srgbClr val="000000"/>
              </a:solidFill>
              <a:highlight>
                <a:srgbClr val="FFFFFF"/>
              </a:highlight>
              <a:latin typeface="Consolas" panose="020B0609020204030204" pitchFamily="49" charset="0"/>
            </a:endParaRPr>
          </a:p>
          <a:p>
            <a:pPr marL="0" indent="0" defTabSz="360363">
              <a:buNone/>
            </a:pPr>
            <a:r>
              <a:rPr lang="en-US" sz="2400" b="0" noProof="1">
                <a:solidFill>
                  <a:srgbClr val="0000FF"/>
                </a:solidFill>
                <a:highlight>
                  <a:srgbClr val="FFFFFF"/>
                </a:highlight>
                <a:latin typeface="Consolas" panose="020B0609020204030204" pitchFamily="49" charset="0"/>
              </a:rPr>
              <a:t>&lt;main&gt;</a:t>
            </a:r>
            <a:endParaRPr lang="en-US" sz="2400" b="1" noProof="1">
              <a:solidFill>
                <a:srgbClr val="000000"/>
              </a:solidFill>
              <a:highlight>
                <a:srgbClr val="FFFFFF"/>
              </a:highlight>
              <a:latin typeface="Consolas" panose="020B0609020204030204" pitchFamily="49" charset="0"/>
            </a:endParaRPr>
          </a:p>
          <a:p>
            <a:pPr marL="0" indent="0" defTabSz="360363">
              <a:buNone/>
            </a:pP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&lt;article&gt;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cikk</a:t>
            </a: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&lt;/article&gt;</a:t>
            </a:r>
            <a:endParaRPr lang="en-US" sz="2400" b="1" noProof="1">
              <a:solidFill>
                <a:srgbClr val="000000"/>
              </a:solidFill>
              <a:highlight>
                <a:srgbClr val="FFFFFF"/>
              </a:highlight>
              <a:latin typeface="Consolas" panose="020B0609020204030204" pitchFamily="49" charset="0"/>
            </a:endParaRPr>
          </a:p>
          <a:p>
            <a:pPr marL="0" indent="0" defTabSz="360363">
              <a:buNone/>
            </a:pP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&lt;article&gt;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cikk</a:t>
            </a: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&lt;/article&gt;</a:t>
            </a:r>
            <a:endParaRPr lang="en-US" sz="2400" b="1" noProof="1">
              <a:solidFill>
                <a:srgbClr val="000000"/>
              </a:solidFill>
              <a:highlight>
                <a:srgbClr val="FFFFFF"/>
              </a:highlight>
              <a:latin typeface="Consolas" panose="020B0609020204030204" pitchFamily="49" charset="0"/>
            </a:endParaRPr>
          </a:p>
          <a:p>
            <a:pPr marL="0" indent="0" defTabSz="360363">
              <a:buNone/>
            </a:pP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&lt;article&gt;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cikk</a:t>
            </a: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&lt;/article&gt;</a:t>
            </a:r>
            <a:endParaRPr lang="en-US" sz="2400" b="1" noProof="1">
              <a:solidFill>
                <a:srgbClr val="000000"/>
              </a:solidFill>
              <a:highlight>
                <a:srgbClr val="FFFFFF"/>
              </a:highlight>
              <a:latin typeface="Consolas" panose="020B0609020204030204" pitchFamily="49" charset="0"/>
            </a:endParaRPr>
          </a:p>
          <a:p>
            <a:pPr marL="0" indent="0" defTabSz="360363">
              <a:buNone/>
            </a:pPr>
            <a:r>
              <a:rPr lang="en-US" sz="2400" b="0" noProof="1">
                <a:solidFill>
                  <a:srgbClr val="0000FF"/>
                </a:solidFill>
                <a:highlight>
                  <a:srgbClr val="FFFFFF"/>
                </a:highlight>
                <a:latin typeface="Consolas" panose="020B0609020204030204" pitchFamily="49" charset="0"/>
              </a:rPr>
              <a:t>&lt;/main&gt;</a:t>
            </a:r>
            <a:endParaRPr lang="hu-HU" sz="2400" b="0" noProof="1">
              <a:solidFill>
                <a:srgbClr val="0000FF"/>
              </a:solidFill>
              <a:highlight>
                <a:srgbClr val="FFFFFF"/>
              </a:highlight>
              <a:latin typeface="Consolas" panose="020B0609020204030204" pitchFamily="49" charset="0"/>
            </a:endParaRPr>
          </a:p>
          <a:p>
            <a:pPr marL="0" indent="0" defTabSz="360363">
              <a:buNone/>
            </a:pPr>
            <a:r>
              <a:rPr lang="en-US" sz="2400" b="0" noProof="1">
                <a:solidFill>
                  <a:srgbClr val="0000FF"/>
                </a:solidFill>
                <a:highlight>
                  <a:srgbClr val="FFFFFF"/>
                </a:highlight>
                <a:latin typeface="Consolas" panose="020B0609020204030204" pitchFamily="49" charset="0"/>
              </a:rPr>
              <a:t>&lt;footer&gt;</a:t>
            </a:r>
            <a:r>
              <a:rPr lang="en-US" sz="2400" b="1" noProof="1">
                <a:solidFill>
                  <a:srgbClr val="000000"/>
                </a:solidFill>
                <a:highlight>
                  <a:srgbClr val="FFFFFF"/>
                </a:highlight>
                <a:latin typeface="Consolas" panose="020B0609020204030204" pitchFamily="49" charset="0"/>
              </a:rPr>
              <a:t> </a:t>
            </a:r>
            <a:r>
              <a:rPr lang="hu-HU" sz="2400" b="1" noProof="1">
                <a:solidFill>
                  <a:srgbClr val="000000"/>
                </a:solidFill>
                <a:highlight>
                  <a:srgbClr val="FFFFFF"/>
                </a:highlight>
                <a:latin typeface="Consolas" panose="020B0609020204030204" pitchFamily="49" charset="0"/>
              </a:rPr>
              <a:t>láblác</a:t>
            </a:r>
            <a:r>
              <a:rPr lang="en-US" sz="2400" b="1" noProof="1">
                <a:solidFill>
                  <a:srgbClr val="000000"/>
                </a:solidFill>
                <a:highlight>
                  <a:srgbClr val="FFFFFF"/>
                </a:highlight>
                <a:latin typeface="Consolas" panose="020B0609020204030204" pitchFamily="49" charset="0"/>
              </a:rPr>
              <a:t> </a:t>
            </a:r>
            <a:r>
              <a:rPr lang="en-US" sz="2400" b="0" noProof="1">
                <a:solidFill>
                  <a:srgbClr val="0000FF"/>
                </a:solidFill>
                <a:highlight>
                  <a:srgbClr val="FFFFFF"/>
                </a:highlight>
                <a:latin typeface="Consolas" panose="020B0609020204030204" pitchFamily="49" charset="0"/>
              </a:rPr>
              <a:t>&lt;footer&gt;</a:t>
            </a:r>
            <a:endParaRPr lang="en-US" sz="2400" b="1" noProof="1">
              <a:solidFill>
                <a:srgbClr val="000000"/>
              </a:solidFill>
              <a:highlight>
                <a:srgbClr val="FFFFFF"/>
              </a:highlight>
              <a:latin typeface="Consolas" panose="020B0609020204030204" pitchFamily="49" charset="0"/>
            </a:endParaRPr>
          </a:p>
        </p:txBody>
      </p:sp>
      <p:grpSp>
        <p:nvGrpSpPr>
          <p:cNvPr id="19" name="Csoportba foglalás 18">
            <a:extLst>
              <a:ext uri="{FF2B5EF4-FFF2-40B4-BE49-F238E27FC236}">
                <a16:creationId xmlns:a16="http://schemas.microsoft.com/office/drawing/2014/main" id="{8710BC68-CE4A-6A73-5261-54CE73E09AB3}"/>
              </a:ext>
            </a:extLst>
          </p:cNvPr>
          <p:cNvGrpSpPr/>
          <p:nvPr/>
        </p:nvGrpSpPr>
        <p:grpSpPr>
          <a:xfrm>
            <a:off x="5630428" y="2566643"/>
            <a:ext cx="5754405" cy="4083938"/>
            <a:chOff x="5990355" y="2566643"/>
            <a:chExt cx="5754405" cy="4083938"/>
          </a:xfrm>
        </p:grpSpPr>
        <p:sp>
          <p:nvSpPr>
            <p:cNvPr id="4" name="Téglalap 3">
              <a:extLst>
                <a:ext uri="{FF2B5EF4-FFF2-40B4-BE49-F238E27FC236}">
                  <a16:creationId xmlns:a16="http://schemas.microsoft.com/office/drawing/2014/main" id="{D7FD35F0-27C3-C45B-7DFF-10406F2358E5}"/>
                </a:ext>
              </a:extLst>
            </p:cNvPr>
            <p:cNvSpPr/>
            <p:nvPr/>
          </p:nvSpPr>
          <p:spPr>
            <a:xfrm>
              <a:off x="5990357" y="2566643"/>
              <a:ext cx="5740248" cy="38809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hu-HU" b="1"/>
                <a:t>FŐOLDAL | HÍREK | WEBBOLT | REGISZTRÁCIÓ | BELÉPÉS</a:t>
              </a:r>
            </a:p>
          </p:txBody>
        </p:sp>
        <p:sp>
          <p:nvSpPr>
            <p:cNvPr id="5" name="Téglalap 4">
              <a:extLst>
                <a:ext uri="{FF2B5EF4-FFF2-40B4-BE49-F238E27FC236}">
                  <a16:creationId xmlns:a16="http://schemas.microsoft.com/office/drawing/2014/main" id="{770010E1-F54D-47ED-997E-1C4D5053DEFC}"/>
                </a:ext>
              </a:extLst>
            </p:cNvPr>
            <p:cNvSpPr/>
            <p:nvPr/>
          </p:nvSpPr>
          <p:spPr>
            <a:xfrm>
              <a:off x="5990355" y="3035115"/>
              <a:ext cx="5740247" cy="9046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hu-HU" b="1"/>
                <a:t>Az oldal fejléce, banner, logó stb.</a:t>
              </a:r>
            </a:p>
          </p:txBody>
        </p:sp>
        <p:sp>
          <p:nvSpPr>
            <p:cNvPr id="6" name="Téglalap 5">
              <a:extLst>
                <a:ext uri="{FF2B5EF4-FFF2-40B4-BE49-F238E27FC236}">
                  <a16:creationId xmlns:a16="http://schemas.microsoft.com/office/drawing/2014/main" id="{838079A9-9F3D-D8F3-9990-1A96CEB0947C}"/>
                </a:ext>
              </a:extLst>
            </p:cNvPr>
            <p:cNvSpPr/>
            <p:nvPr/>
          </p:nvSpPr>
          <p:spPr>
            <a:xfrm>
              <a:off x="7466627" y="4061225"/>
              <a:ext cx="4278133" cy="205770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hu-HU" b="1">
                  <a:solidFill>
                    <a:schemeClr val="tx1"/>
                  </a:solidFill>
                </a:rPr>
                <a:t>A "legfontosabb" tartalmi blokk</a:t>
              </a:r>
            </a:p>
          </p:txBody>
        </p:sp>
        <p:sp>
          <p:nvSpPr>
            <p:cNvPr id="7" name="Téglalap 6">
              <a:extLst>
                <a:ext uri="{FF2B5EF4-FFF2-40B4-BE49-F238E27FC236}">
                  <a16:creationId xmlns:a16="http://schemas.microsoft.com/office/drawing/2014/main" id="{67CED372-E59E-7789-6413-3824AA6C445A}"/>
                </a:ext>
              </a:extLst>
            </p:cNvPr>
            <p:cNvSpPr/>
            <p:nvPr/>
          </p:nvSpPr>
          <p:spPr>
            <a:xfrm>
              <a:off x="6000008" y="4056668"/>
              <a:ext cx="1337503" cy="206226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hu-HU" b="1"/>
                <a:t>Egyéb, mellékes, oldalsáv,</a:t>
              </a:r>
            </a:p>
            <a:p>
              <a:pPr algn="ctr"/>
              <a:r>
                <a:rPr lang="hu-HU" b="1"/>
                <a:t>reklám</a:t>
              </a:r>
            </a:p>
          </p:txBody>
        </p:sp>
        <p:sp>
          <p:nvSpPr>
            <p:cNvPr id="13" name="Téglalap 12">
              <a:extLst>
                <a:ext uri="{FF2B5EF4-FFF2-40B4-BE49-F238E27FC236}">
                  <a16:creationId xmlns:a16="http://schemas.microsoft.com/office/drawing/2014/main" id="{247D9E53-859E-B0C5-56E9-0E31EB7C49B5}"/>
                </a:ext>
              </a:extLst>
            </p:cNvPr>
            <p:cNvSpPr/>
            <p:nvPr/>
          </p:nvSpPr>
          <p:spPr>
            <a:xfrm>
              <a:off x="6000008" y="6203481"/>
              <a:ext cx="5730594" cy="447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b="1"/>
                <a:t>Az oldal lábléce</a:t>
              </a:r>
            </a:p>
          </p:txBody>
        </p:sp>
        <p:sp>
          <p:nvSpPr>
            <p:cNvPr id="14" name="Téglalap 13">
              <a:extLst>
                <a:ext uri="{FF2B5EF4-FFF2-40B4-BE49-F238E27FC236}">
                  <a16:creationId xmlns:a16="http://schemas.microsoft.com/office/drawing/2014/main" id="{80C6D9A0-51E4-2EB1-9710-E69E7F18AA93}"/>
                </a:ext>
              </a:extLst>
            </p:cNvPr>
            <p:cNvSpPr/>
            <p:nvPr/>
          </p:nvSpPr>
          <p:spPr>
            <a:xfrm>
              <a:off x="7784007" y="4562494"/>
              <a:ext cx="3643371" cy="3946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u-HU" b="1">
                  <a:solidFill>
                    <a:schemeClr val="tx1"/>
                  </a:solidFill>
                </a:rPr>
                <a:t>Egy hír, cikk, termék vagy bejegyzés</a:t>
              </a:r>
            </a:p>
          </p:txBody>
        </p:sp>
        <p:sp>
          <p:nvSpPr>
            <p:cNvPr id="15" name="Téglalap 14">
              <a:extLst>
                <a:ext uri="{FF2B5EF4-FFF2-40B4-BE49-F238E27FC236}">
                  <a16:creationId xmlns:a16="http://schemas.microsoft.com/office/drawing/2014/main" id="{EF23A27B-C38F-CA3A-C51F-A3836B065F90}"/>
                </a:ext>
              </a:extLst>
            </p:cNvPr>
            <p:cNvSpPr/>
            <p:nvPr/>
          </p:nvSpPr>
          <p:spPr>
            <a:xfrm>
              <a:off x="7784007" y="5049753"/>
              <a:ext cx="3643371" cy="3946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u-HU" b="1">
                  <a:solidFill>
                    <a:schemeClr val="tx1"/>
                  </a:solidFill>
                </a:rPr>
                <a:t>Egy hír, cikk, termék vagy bejegyzés</a:t>
              </a:r>
            </a:p>
          </p:txBody>
        </p:sp>
        <p:sp>
          <p:nvSpPr>
            <p:cNvPr id="16" name="Téglalap 15">
              <a:extLst>
                <a:ext uri="{FF2B5EF4-FFF2-40B4-BE49-F238E27FC236}">
                  <a16:creationId xmlns:a16="http://schemas.microsoft.com/office/drawing/2014/main" id="{5E07D563-6A9B-4758-D68A-91ECE324C106}"/>
                </a:ext>
              </a:extLst>
            </p:cNvPr>
            <p:cNvSpPr/>
            <p:nvPr/>
          </p:nvSpPr>
          <p:spPr>
            <a:xfrm>
              <a:off x="7784007" y="5558113"/>
              <a:ext cx="3643371" cy="3946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u-HU" b="1">
                  <a:solidFill>
                    <a:schemeClr val="tx1"/>
                  </a:solidFill>
                </a:rPr>
                <a:t>Egy hír, cikk, termék vagy bejegyzés</a:t>
              </a:r>
            </a:p>
          </p:txBody>
        </p:sp>
      </p:grpSp>
    </p:spTree>
    <p:extLst>
      <p:ext uri="{BB962C8B-B14F-4D97-AF65-F5344CB8AC3E}">
        <p14:creationId xmlns:p14="http://schemas.microsoft.com/office/powerpoint/2010/main" val="428473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Szövegek</a:t>
            </a:r>
            <a:br>
              <a:rPr lang="hu-HU" sz="6000" b="1">
                <a:solidFill>
                  <a:srgbClr val="FFFFFF"/>
                </a:solidFill>
              </a:rPr>
            </a:br>
            <a:r>
              <a:rPr lang="hu-HU" sz="6000" b="1">
                <a:solidFill>
                  <a:srgbClr val="FFFFFF"/>
                </a:solidFill>
              </a:rPr>
              <a:t>formázása</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7">
            <a:extLst>
              <a:ext uri="{FF2B5EF4-FFF2-40B4-BE49-F238E27FC236}">
                <a16:creationId xmlns:a16="http://schemas.microsoft.com/office/drawing/2014/main" id="{BC6B56F0-77BB-78B5-99C0-5F0000753A99}"/>
              </a:ext>
            </a:extLst>
          </p:cNvPr>
          <p:cNvSpPr txBox="1">
            <a:spLocks/>
          </p:cNvSpPr>
          <p:nvPr/>
        </p:nvSpPr>
        <p:spPr>
          <a:xfrm>
            <a:off x="5857386" y="1235345"/>
            <a:ext cx="5981175" cy="5077906"/>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27100">
              <a:lnSpc>
                <a:spcPct val="120000"/>
              </a:lnSpc>
              <a:buNone/>
              <a:tabLst>
                <a:tab pos="2695575" algn="l"/>
              </a:tabLst>
            </a:pPr>
            <a:r>
              <a:rPr lang="hu-HU" b="1" noProof="1">
                <a:solidFill>
                  <a:schemeClr val="bg1"/>
                </a:solidFill>
                <a:latin typeface="Arial"/>
                <a:cs typeface="Arial"/>
              </a:rPr>
              <a:t>félkövér	</a:t>
            </a:r>
            <a:r>
              <a:rPr lang="hu-HU" b="1" dirty="0">
                <a:solidFill>
                  <a:srgbClr val="0000FF"/>
                </a:solidFill>
                <a:highlight>
                  <a:srgbClr val="FFFFFF"/>
                </a:highlight>
                <a:latin typeface="Consolas"/>
              </a:rPr>
              <a:t>&lt;b&gt; </a:t>
            </a:r>
            <a:r>
              <a:rPr lang="hu-HU" b="1" dirty="0">
                <a:solidFill>
                  <a:schemeClr val="bg1"/>
                </a:solidFill>
                <a:highlight>
                  <a:srgbClr val="FFFFFF"/>
                </a:highlight>
                <a:latin typeface="Consolas"/>
              </a:rPr>
              <a:t>… </a:t>
            </a:r>
            <a:r>
              <a:rPr lang="hu-HU" b="1" dirty="0">
                <a:solidFill>
                  <a:srgbClr val="0000FF"/>
                </a:solidFill>
                <a:highlight>
                  <a:srgbClr val="FFFFFF"/>
                </a:highlight>
                <a:latin typeface="Consolas"/>
              </a:rPr>
              <a:t>&lt;/b&gt;</a:t>
            </a:r>
            <a:endParaRPr lang="hu-HU" b="1" noProof="1">
              <a:solidFill>
                <a:schemeClr val="bg1"/>
              </a:solidFill>
              <a:latin typeface="Consolas"/>
              <a:cs typeface="Arial" panose="020B0604020202020204" pitchFamily="34" charset="0"/>
            </a:endParaRPr>
          </a:p>
          <a:p>
            <a:pPr marL="0" indent="0" defTabSz="927100">
              <a:lnSpc>
                <a:spcPct val="120000"/>
              </a:lnSpc>
              <a:spcAft>
                <a:spcPts val="1000"/>
              </a:spcAft>
              <a:buNone/>
              <a:tabLst>
                <a:tab pos="2695575" algn="l"/>
              </a:tabLst>
            </a:pPr>
            <a:r>
              <a:rPr lang="hu-HU" b="1" noProof="1">
                <a:solidFill>
                  <a:schemeClr val="bg1"/>
                </a:solidFill>
                <a:latin typeface="Arial"/>
                <a:cs typeface="Arial"/>
              </a:rPr>
              <a:t>kiemelés	</a:t>
            </a:r>
            <a:r>
              <a:rPr lang="hu-HU" b="1" dirty="0">
                <a:solidFill>
                  <a:srgbClr val="0000FF"/>
                </a:solidFill>
                <a:highlight>
                  <a:srgbClr val="FFFFFF"/>
                </a:highlight>
                <a:latin typeface="Consolas"/>
              </a:rPr>
              <a:t>&lt;</a:t>
            </a:r>
            <a:r>
              <a:rPr lang="en-US" b="1" noProof="1">
                <a:solidFill>
                  <a:srgbClr val="0000FF"/>
                </a:solidFill>
                <a:highlight>
                  <a:srgbClr val="FFFFFF"/>
                </a:highlight>
                <a:latin typeface="Consolas"/>
              </a:rPr>
              <a:t>strong</a:t>
            </a:r>
            <a:r>
              <a:rPr lang="hu-HU" b="1" dirty="0">
                <a:solidFill>
                  <a:srgbClr val="0000FF"/>
                </a:solidFill>
                <a:highlight>
                  <a:srgbClr val="FFFFFF"/>
                </a:highlight>
                <a:latin typeface="Consolas"/>
              </a:rPr>
              <a:t>&gt; </a:t>
            </a:r>
            <a:r>
              <a:rPr lang="hu-HU" b="1" dirty="0">
                <a:solidFill>
                  <a:schemeClr val="bg1"/>
                </a:solidFill>
                <a:highlight>
                  <a:srgbClr val="FFFFFF"/>
                </a:highlight>
                <a:latin typeface="Consolas"/>
              </a:rPr>
              <a:t>… </a:t>
            </a:r>
            <a:r>
              <a:rPr lang="hu-HU" b="1" dirty="0">
                <a:solidFill>
                  <a:srgbClr val="0000FF"/>
                </a:solidFill>
                <a:highlight>
                  <a:srgbClr val="FFFFFF"/>
                </a:highlight>
                <a:latin typeface="Consolas"/>
              </a:rPr>
              <a:t>&lt;/ &gt;</a:t>
            </a:r>
            <a:endParaRPr lang="hu-HU" b="1" noProof="1">
              <a:solidFill>
                <a:schemeClr val="bg1"/>
              </a:solidFill>
              <a:latin typeface="Consolas"/>
              <a:cs typeface="Arial" panose="020B0604020202020204" pitchFamily="34" charset="0"/>
            </a:endParaRPr>
          </a:p>
          <a:p>
            <a:pPr marL="0" indent="0" defTabSz="927100">
              <a:lnSpc>
                <a:spcPct val="120000"/>
              </a:lnSpc>
              <a:buNone/>
              <a:tabLst>
                <a:tab pos="2695575" algn="l"/>
              </a:tabLst>
            </a:pPr>
            <a:r>
              <a:rPr lang="hu-HU" i="1" noProof="1">
                <a:solidFill>
                  <a:schemeClr val="bg1"/>
                </a:solidFill>
                <a:latin typeface="Arial"/>
                <a:cs typeface="Arial"/>
              </a:rPr>
              <a:t>dőlt	</a:t>
            </a:r>
            <a:r>
              <a:rPr lang="hu-HU" i="1" dirty="0">
                <a:solidFill>
                  <a:srgbClr val="0000FF"/>
                </a:solidFill>
                <a:highlight>
                  <a:srgbClr val="FFFFFF"/>
                </a:highlight>
                <a:latin typeface="Consolas"/>
              </a:rPr>
              <a:t>&lt;i&gt; </a:t>
            </a:r>
            <a:r>
              <a:rPr lang="hu-HU" i="1" dirty="0">
                <a:solidFill>
                  <a:schemeClr val="bg1"/>
                </a:solidFill>
                <a:highlight>
                  <a:srgbClr val="FFFFFF"/>
                </a:highlight>
                <a:latin typeface="Consolas"/>
              </a:rPr>
              <a:t>… </a:t>
            </a:r>
            <a:r>
              <a:rPr lang="hu-HU" i="1" dirty="0">
                <a:solidFill>
                  <a:srgbClr val="0000FF"/>
                </a:solidFill>
                <a:highlight>
                  <a:srgbClr val="FFFFFF"/>
                </a:highlight>
                <a:latin typeface="Consolas"/>
              </a:rPr>
              <a:t>&lt;/i&gt;</a:t>
            </a:r>
            <a:endParaRPr lang="hu-HU" i="1" noProof="1">
              <a:solidFill>
                <a:schemeClr val="bg1"/>
              </a:solidFill>
              <a:latin typeface="Consolas"/>
              <a:cs typeface="Arial" panose="020B0604020202020204" pitchFamily="34" charset="0"/>
            </a:endParaRPr>
          </a:p>
          <a:p>
            <a:pPr marL="0" indent="0" defTabSz="927100">
              <a:lnSpc>
                <a:spcPct val="120000"/>
              </a:lnSpc>
              <a:spcAft>
                <a:spcPts val="1000"/>
              </a:spcAft>
              <a:buNone/>
              <a:tabLst>
                <a:tab pos="2695575" algn="l"/>
              </a:tabLst>
            </a:pPr>
            <a:r>
              <a:rPr lang="hu-HU" i="1" noProof="1">
                <a:solidFill>
                  <a:schemeClr val="bg1"/>
                </a:solidFill>
                <a:latin typeface="Arial"/>
                <a:cs typeface="Arial"/>
              </a:rPr>
              <a:t>hangsúlyozás	</a:t>
            </a:r>
            <a:r>
              <a:rPr lang="hu-HU" i="1">
                <a:solidFill>
                  <a:srgbClr val="0000FF"/>
                </a:solidFill>
                <a:highlight>
                  <a:srgbClr val="FFFFFF"/>
                </a:highlight>
                <a:latin typeface="Consolas"/>
              </a:rPr>
              <a:t>&lt;</a:t>
            </a:r>
            <a:r>
              <a:rPr lang="en-US" i="1" noProof="1">
                <a:solidFill>
                  <a:srgbClr val="0000FF"/>
                </a:solidFill>
                <a:highlight>
                  <a:srgbClr val="FFFFFF"/>
                </a:highlight>
                <a:latin typeface="Consolas"/>
              </a:rPr>
              <a:t>em</a:t>
            </a:r>
            <a:r>
              <a:rPr lang="hu-HU" i="1">
                <a:solidFill>
                  <a:srgbClr val="0000FF"/>
                </a:solidFill>
                <a:highlight>
                  <a:srgbClr val="FFFFFF"/>
                </a:highlight>
                <a:latin typeface="Consolas"/>
              </a:rPr>
              <a:t>&gt; </a:t>
            </a:r>
            <a:r>
              <a:rPr lang="hu-HU" i="1">
                <a:solidFill>
                  <a:schemeClr val="bg1"/>
                </a:solidFill>
                <a:highlight>
                  <a:srgbClr val="FFFFFF"/>
                </a:highlight>
                <a:latin typeface="Consolas"/>
              </a:rPr>
              <a:t>… </a:t>
            </a:r>
            <a:r>
              <a:rPr lang="hu-HU" i="1">
                <a:solidFill>
                  <a:srgbClr val="0000FF"/>
                </a:solidFill>
                <a:highlight>
                  <a:srgbClr val="FFFFFF"/>
                </a:highlight>
                <a:latin typeface="Consolas"/>
              </a:rPr>
              <a:t>&lt;/</a:t>
            </a:r>
            <a:r>
              <a:rPr lang="en-US" i="1" noProof="1">
                <a:solidFill>
                  <a:srgbClr val="0000FF"/>
                </a:solidFill>
                <a:highlight>
                  <a:srgbClr val="FFFFFF"/>
                </a:highlight>
                <a:latin typeface="Consolas"/>
              </a:rPr>
              <a:t>em</a:t>
            </a:r>
            <a:r>
              <a:rPr lang="hu-HU" i="1">
                <a:solidFill>
                  <a:srgbClr val="0000FF"/>
                </a:solidFill>
                <a:highlight>
                  <a:srgbClr val="FFFFFF"/>
                </a:highlight>
                <a:latin typeface="Consolas"/>
              </a:rPr>
              <a:t>&gt;</a:t>
            </a:r>
            <a:endParaRPr lang="hu-HU" b="1" i="1">
              <a:solidFill>
                <a:srgbClr val="000000"/>
              </a:solidFill>
              <a:highlight>
                <a:srgbClr val="FFFFFF"/>
              </a:highlight>
              <a:latin typeface="Consolas"/>
            </a:endParaRPr>
          </a:p>
          <a:p>
            <a:pPr marL="0" indent="0" defTabSz="927100">
              <a:lnSpc>
                <a:spcPct val="120000"/>
              </a:lnSpc>
              <a:spcAft>
                <a:spcPts val="1000"/>
              </a:spcAft>
              <a:buNone/>
              <a:tabLst>
                <a:tab pos="2695575" algn="l"/>
              </a:tabLst>
            </a:pPr>
            <a:r>
              <a:rPr lang="hu-HU" u="sng" noProof="1">
                <a:solidFill>
                  <a:schemeClr val="bg1"/>
                </a:solidFill>
                <a:latin typeface="Arial"/>
                <a:cs typeface="Arial"/>
              </a:rPr>
              <a:t>aláhúzott</a:t>
            </a:r>
            <a:r>
              <a:rPr lang="hu-HU" i="1" noProof="1">
                <a:solidFill>
                  <a:schemeClr val="bg1"/>
                </a:solidFill>
                <a:latin typeface="Arial"/>
                <a:cs typeface="Arial"/>
              </a:rPr>
              <a:t>	</a:t>
            </a:r>
            <a:r>
              <a:rPr lang="hu-HU" u="sng" dirty="0">
                <a:solidFill>
                  <a:srgbClr val="0000FF"/>
                </a:solidFill>
                <a:highlight>
                  <a:srgbClr val="FFFFFF"/>
                </a:highlight>
                <a:latin typeface="Consolas"/>
              </a:rPr>
              <a:t>&lt;u&gt; </a:t>
            </a:r>
            <a:r>
              <a:rPr lang="hu-HU" u="sng" dirty="0">
                <a:solidFill>
                  <a:schemeClr val="bg1"/>
                </a:solidFill>
                <a:highlight>
                  <a:srgbClr val="FFFFFF"/>
                </a:highlight>
                <a:latin typeface="Consolas"/>
              </a:rPr>
              <a:t>… </a:t>
            </a:r>
            <a:r>
              <a:rPr lang="hu-HU" u="sng" dirty="0">
                <a:solidFill>
                  <a:srgbClr val="0000FF"/>
                </a:solidFill>
                <a:highlight>
                  <a:srgbClr val="FFFFFF"/>
                </a:highlight>
                <a:latin typeface="Consolas"/>
              </a:rPr>
              <a:t>&lt;/u&gt;</a:t>
            </a:r>
            <a:endParaRPr lang="hu-HU" b="1" u="sng" dirty="0">
              <a:solidFill>
                <a:srgbClr val="000000"/>
              </a:solidFill>
              <a:highlight>
                <a:srgbClr val="FFFFFF"/>
              </a:highlight>
              <a:latin typeface="Consolas"/>
            </a:endParaRPr>
          </a:p>
          <a:p>
            <a:pPr marL="0" indent="0" defTabSz="927100">
              <a:lnSpc>
                <a:spcPct val="120000"/>
              </a:lnSpc>
              <a:buNone/>
              <a:tabLst>
                <a:tab pos="2695575" algn="l"/>
              </a:tabLst>
            </a:pPr>
            <a:r>
              <a:rPr lang="hu-HU" noProof="1">
                <a:solidFill>
                  <a:schemeClr val="bg1"/>
                </a:solidFill>
                <a:latin typeface="Arial"/>
                <a:cs typeface="Arial"/>
              </a:rPr>
              <a:t>felső </a:t>
            </a:r>
            <a:r>
              <a:rPr lang="hu-HU" baseline="30000" noProof="1">
                <a:solidFill>
                  <a:schemeClr val="bg1"/>
                </a:solidFill>
                <a:latin typeface="Arial"/>
                <a:cs typeface="Arial"/>
              </a:rPr>
              <a:t>index</a:t>
            </a:r>
            <a:r>
              <a:rPr lang="hu-HU" i="1" noProof="1">
                <a:solidFill>
                  <a:schemeClr val="bg1"/>
                </a:solidFill>
                <a:latin typeface="Arial"/>
                <a:cs typeface="Arial"/>
              </a:rPr>
              <a:t>	</a:t>
            </a:r>
            <a:r>
              <a:rPr lang="hu-HU" dirty="0">
                <a:solidFill>
                  <a:srgbClr val="0000FF"/>
                </a:solidFill>
                <a:highlight>
                  <a:srgbClr val="FFFFFF"/>
                </a:highlight>
                <a:latin typeface="Consolas"/>
              </a:rPr>
              <a:t>&lt;</a:t>
            </a:r>
            <a:r>
              <a:rPr lang="en-US" noProof="1">
                <a:solidFill>
                  <a:srgbClr val="0000FF"/>
                </a:solidFill>
                <a:highlight>
                  <a:srgbClr val="FFFFFF"/>
                </a:highlight>
                <a:latin typeface="Consolas"/>
              </a:rPr>
              <a:t>sup</a:t>
            </a:r>
            <a:r>
              <a:rPr lang="hu-HU" dirty="0">
                <a:solidFill>
                  <a:srgbClr val="0000FF"/>
                </a:solidFill>
                <a:highlight>
                  <a:srgbClr val="FFFFFF"/>
                </a:highlight>
                <a:latin typeface="Consolas"/>
              </a:rPr>
              <a:t>&gt; </a:t>
            </a:r>
            <a:r>
              <a:rPr lang="hu-HU" sz="3200" baseline="50000" dirty="0">
                <a:solidFill>
                  <a:schemeClr val="bg1"/>
                </a:solidFill>
                <a:highlight>
                  <a:srgbClr val="FFFFFF"/>
                </a:highlight>
                <a:latin typeface="Consolas"/>
              </a:rPr>
              <a:t>…</a:t>
            </a:r>
            <a:r>
              <a:rPr lang="hu-HU" dirty="0">
                <a:solidFill>
                  <a:schemeClr val="bg1"/>
                </a:solidFill>
                <a:highlight>
                  <a:srgbClr val="FFFFFF"/>
                </a:highlight>
                <a:latin typeface="Consolas"/>
              </a:rPr>
              <a:t> </a:t>
            </a:r>
            <a:r>
              <a:rPr lang="hu-HU" dirty="0">
                <a:solidFill>
                  <a:srgbClr val="0000FF"/>
                </a:solidFill>
                <a:highlight>
                  <a:srgbClr val="FFFFFF"/>
                </a:highlight>
                <a:latin typeface="Consolas"/>
              </a:rPr>
              <a:t>&lt;/</a:t>
            </a:r>
            <a:r>
              <a:rPr lang="en-US" noProof="1">
                <a:solidFill>
                  <a:srgbClr val="0000FF"/>
                </a:solidFill>
                <a:highlight>
                  <a:srgbClr val="FFFFFF"/>
                </a:highlight>
                <a:latin typeface="Consolas"/>
              </a:rPr>
              <a:t>sup</a:t>
            </a:r>
            <a:r>
              <a:rPr lang="hu-HU" dirty="0">
                <a:solidFill>
                  <a:srgbClr val="0000FF"/>
                </a:solidFill>
                <a:highlight>
                  <a:srgbClr val="FFFFFF"/>
                </a:highlight>
                <a:latin typeface="Consolas"/>
              </a:rPr>
              <a:t>&gt;</a:t>
            </a:r>
          </a:p>
          <a:p>
            <a:pPr marL="0" indent="0" defTabSz="927100">
              <a:lnSpc>
                <a:spcPct val="120000"/>
              </a:lnSpc>
              <a:buNone/>
              <a:tabLst>
                <a:tab pos="2695575" algn="l"/>
              </a:tabLst>
            </a:pPr>
            <a:r>
              <a:rPr lang="hu-HU" noProof="1">
                <a:solidFill>
                  <a:schemeClr val="bg1"/>
                </a:solidFill>
                <a:latin typeface="Arial"/>
                <a:cs typeface="Arial"/>
              </a:rPr>
              <a:t>alsó </a:t>
            </a:r>
            <a:r>
              <a:rPr lang="hu-HU" baseline="-25000" noProof="1">
                <a:solidFill>
                  <a:schemeClr val="bg1"/>
                </a:solidFill>
                <a:latin typeface="Arial"/>
                <a:cs typeface="Arial"/>
              </a:rPr>
              <a:t>index</a:t>
            </a:r>
            <a:r>
              <a:rPr lang="hu-HU" i="1" noProof="1">
                <a:solidFill>
                  <a:schemeClr val="bg1"/>
                </a:solidFill>
                <a:latin typeface="Arial"/>
                <a:cs typeface="Arial"/>
              </a:rPr>
              <a:t>	</a:t>
            </a:r>
            <a:r>
              <a:rPr lang="hu-HU" dirty="0">
                <a:solidFill>
                  <a:srgbClr val="0000FF"/>
                </a:solidFill>
                <a:highlight>
                  <a:srgbClr val="FFFFFF"/>
                </a:highlight>
                <a:latin typeface="Consolas"/>
              </a:rPr>
              <a:t>&lt;</a:t>
            </a:r>
            <a:r>
              <a:rPr lang="en-US" noProof="1">
                <a:solidFill>
                  <a:srgbClr val="0000FF"/>
                </a:solidFill>
                <a:highlight>
                  <a:srgbClr val="FFFFFF"/>
                </a:highlight>
                <a:latin typeface="Consolas"/>
              </a:rPr>
              <a:t>sub</a:t>
            </a:r>
            <a:r>
              <a:rPr lang="hu-HU" dirty="0">
                <a:solidFill>
                  <a:srgbClr val="0000FF"/>
                </a:solidFill>
                <a:highlight>
                  <a:srgbClr val="FFFFFF"/>
                </a:highlight>
                <a:latin typeface="Consolas"/>
              </a:rPr>
              <a:t>&gt; </a:t>
            </a:r>
            <a:r>
              <a:rPr lang="hu-HU" sz="3200" baseline="-25000" dirty="0">
                <a:solidFill>
                  <a:schemeClr val="bg1"/>
                </a:solidFill>
                <a:highlight>
                  <a:srgbClr val="FFFFFF"/>
                </a:highlight>
                <a:latin typeface="Consolas"/>
              </a:rPr>
              <a:t>…</a:t>
            </a:r>
            <a:r>
              <a:rPr lang="hu-HU" dirty="0">
                <a:solidFill>
                  <a:schemeClr val="bg1"/>
                </a:solidFill>
                <a:highlight>
                  <a:srgbClr val="FFFFFF"/>
                </a:highlight>
                <a:latin typeface="Consolas"/>
              </a:rPr>
              <a:t> </a:t>
            </a:r>
            <a:r>
              <a:rPr lang="hu-HU" dirty="0">
                <a:solidFill>
                  <a:srgbClr val="0000FF"/>
                </a:solidFill>
                <a:highlight>
                  <a:srgbClr val="FFFFFF"/>
                </a:highlight>
                <a:latin typeface="Consolas"/>
              </a:rPr>
              <a:t>&lt;/</a:t>
            </a:r>
            <a:r>
              <a:rPr lang="en-US" noProof="1">
                <a:solidFill>
                  <a:srgbClr val="0000FF"/>
                </a:solidFill>
                <a:highlight>
                  <a:srgbClr val="FFFFFF"/>
                </a:highlight>
                <a:latin typeface="Consolas"/>
              </a:rPr>
              <a:t>sub</a:t>
            </a:r>
            <a:r>
              <a:rPr lang="hu-HU" dirty="0">
                <a:solidFill>
                  <a:srgbClr val="0000FF"/>
                </a:solidFill>
                <a:highlight>
                  <a:srgbClr val="FFFFFF"/>
                </a:highlight>
                <a:latin typeface="Consolas"/>
              </a:rPr>
              <a:t>&gt;</a:t>
            </a:r>
            <a:endParaRPr lang="hu-HU" b="1" dirty="0">
              <a:solidFill>
                <a:srgbClr val="000000"/>
              </a:solidFill>
              <a:highlight>
                <a:srgbClr val="FFFFFF"/>
              </a:highlight>
              <a:latin typeface="Consolas"/>
            </a:endParaRPr>
          </a:p>
        </p:txBody>
      </p:sp>
    </p:spTree>
    <p:extLst>
      <p:ext uri="{BB962C8B-B14F-4D97-AF65-F5344CB8AC3E}">
        <p14:creationId xmlns:p14="http://schemas.microsoft.com/office/powerpoint/2010/main" val="874038691"/>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Képek</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6459501"/>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en-US" sz="6000" b="1">
                <a:solidFill>
                  <a:srgbClr val="FFFFFF"/>
                </a:solidFill>
              </a:rPr>
              <a:t>Source</a:t>
            </a: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hu-HU" noProof="1">
              <a:latin typeface="Arial" panose="020B0604020202020204" pitchFamily="34" charset="0"/>
              <a:cs typeface="Arial" panose="020B0604020202020204" pitchFamily="34" charset="0"/>
            </a:endParaRPr>
          </a:p>
        </p:txBody>
      </p:sp>
      <p:sp>
        <p:nvSpPr>
          <p:cNvPr id="3" name="Tartalom helye 5">
            <a:extLst>
              <a:ext uri="{FF2B5EF4-FFF2-40B4-BE49-F238E27FC236}">
                <a16:creationId xmlns:a16="http://schemas.microsoft.com/office/drawing/2014/main" id="{9F164FC4-49B1-0596-399C-1F11241AEABD}"/>
              </a:ext>
            </a:extLst>
          </p:cNvPr>
          <p:cNvSpPr txBox="1">
            <a:spLocks/>
          </p:cNvSpPr>
          <p:nvPr/>
        </p:nvSpPr>
        <p:spPr>
          <a:xfrm>
            <a:off x="836612" y="2978923"/>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en-US" sz="2400" noProof="1">
                <a:solidFill>
                  <a:srgbClr val="0000FF"/>
                </a:solidFill>
                <a:highlight>
                  <a:srgbClr val="FFFFFF"/>
                </a:highlight>
                <a:latin typeface="Consolas" panose="020B0609020204030204" pitchFamily="49" charset="0"/>
              </a:rPr>
              <a:t>&lt;</a:t>
            </a:r>
            <a:r>
              <a:rPr lang="hu-HU" sz="2400" noProof="1">
                <a:solidFill>
                  <a:srgbClr val="0000FF"/>
                </a:solidFill>
                <a:highlight>
                  <a:srgbClr val="FFFFFF"/>
                </a:highlight>
                <a:latin typeface="Consolas" panose="020B0609020204030204" pitchFamily="49" charset="0"/>
              </a:rPr>
              <a:t>img </a:t>
            </a:r>
            <a:r>
              <a:rPr lang="hu-HU" sz="2400" noProof="1">
                <a:solidFill>
                  <a:srgbClr val="FF0000"/>
                </a:solidFill>
                <a:highlight>
                  <a:srgbClr val="FFFFFF"/>
                </a:highlight>
                <a:latin typeface="Consolas" panose="020B0609020204030204" pitchFamily="49" charset="0"/>
              </a:rPr>
              <a:t>src</a:t>
            </a:r>
            <a:r>
              <a:rPr lang="hu-HU" sz="2400" noProof="1">
                <a:solidFill>
                  <a:srgbClr val="0000FF"/>
                </a:solidFill>
                <a:highlight>
                  <a:srgbClr val="FFFFFF"/>
                </a:highlight>
                <a:latin typeface="Consolas" panose="020B0609020204030204" pitchFamily="49" charset="0"/>
              </a:rPr>
              <a:t>=</a:t>
            </a:r>
            <a:r>
              <a:rPr lang="hu-HU" sz="2400" noProof="1">
                <a:solidFill>
                  <a:srgbClr val="8000FF"/>
                </a:solidFill>
                <a:highlight>
                  <a:srgbClr val="FFFFFF"/>
                </a:highlight>
                <a:latin typeface="Consolas" panose="020B0609020204030204" pitchFamily="49" charset="0"/>
              </a:rPr>
              <a:t>"valami.jpg"</a:t>
            </a:r>
            <a:r>
              <a:rPr lang="hu-HU" sz="2400" noProof="1">
                <a:solidFill>
                  <a:srgbClr val="0000FF"/>
                </a:solidFill>
                <a:highlight>
                  <a:srgbClr val="FFFFFF"/>
                </a:highlight>
                <a:latin typeface="Consolas" panose="020B0609020204030204" pitchFamily="49" charset="0"/>
              </a:rPr>
              <a:t>&gt;</a:t>
            </a:r>
            <a:endParaRPr lang="en-US" sz="2400" b="1" strike="sngStrike" noProof="1">
              <a:solidFill>
                <a:srgbClr val="FF0000"/>
              </a:solidFill>
              <a:highlight>
                <a:srgbClr val="FFFFFF"/>
              </a:highlight>
              <a:latin typeface="Consolas" panose="020B0609020204030204" pitchFamily="49" charset="0"/>
            </a:endParaRPr>
          </a:p>
        </p:txBody>
      </p:sp>
      <p:pic>
        <p:nvPicPr>
          <p:cNvPr id="4" name="Kép 3" descr="A képen vázlat, clipart, illusztráció, rajz látható&#10;&#10;Automatikusan generált leírás">
            <a:extLst>
              <a:ext uri="{FF2B5EF4-FFF2-40B4-BE49-F238E27FC236}">
                <a16:creationId xmlns:a16="http://schemas.microsoft.com/office/drawing/2014/main" id="{1D216DBC-29C1-4652-4CC5-95082D5CB8C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240519" y="3873640"/>
            <a:ext cx="2190138" cy="219013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887301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en-US" sz="6000" b="1">
                <a:solidFill>
                  <a:srgbClr val="FFFFFF"/>
                </a:solidFill>
              </a:rPr>
              <a:t>Title</a:t>
            </a: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hu-HU" noProof="1">
              <a:latin typeface="Arial" panose="020B0604020202020204" pitchFamily="34" charset="0"/>
              <a:cs typeface="Arial" panose="020B0604020202020204" pitchFamily="34" charset="0"/>
            </a:endParaRPr>
          </a:p>
        </p:txBody>
      </p:sp>
      <p:sp>
        <p:nvSpPr>
          <p:cNvPr id="3" name="Tartalom helye 5">
            <a:extLst>
              <a:ext uri="{FF2B5EF4-FFF2-40B4-BE49-F238E27FC236}">
                <a16:creationId xmlns:a16="http://schemas.microsoft.com/office/drawing/2014/main" id="{9F164FC4-49B1-0596-399C-1F11241AEABD}"/>
              </a:ext>
            </a:extLst>
          </p:cNvPr>
          <p:cNvSpPr txBox="1">
            <a:spLocks/>
          </p:cNvSpPr>
          <p:nvPr/>
        </p:nvSpPr>
        <p:spPr>
          <a:xfrm>
            <a:off x="836612" y="2978923"/>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en-US" sz="2400" noProof="1">
                <a:solidFill>
                  <a:srgbClr val="0000FF"/>
                </a:solidFill>
                <a:highlight>
                  <a:srgbClr val="FFFFFF"/>
                </a:highlight>
                <a:latin typeface="Consolas" panose="020B0609020204030204" pitchFamily="49" charset="0"/>
              </a:rPr>
              <a:t>&lt;</a:t>
            </a:r>
            <a:r>
              <a:rPr lang="hu-HU" sz="2400" noProof="1">
                <a:solidFill>
                  <a:srgbClr val="0000FF"/>
                </a:solidFill>
                <a:highlight>
                  <a:srgbClr val="FFFFFF"/>
                </a:highlight>
                <a:latin typeface="Consolas" panose="020B0609020204030204" pitchFamily="49" charset="0"/>
              </a:rPr>
              <a:t>img </a:t>
            </a:r>
            <a:r>
              <a:rPr lang="hu-HU" sz="2400" noProof="1">
                <a:solidFill>
                  <a:srgbClr val="FF0000"/>
                </a:solidFill>
                <a:highlight>
                  <a:srgbClr val="FFFFFF"/>
                </a:highlight>
                <a:latin typeface="Consolas" panose="020B0609020204030204" pitchFamily="49" charset="0"/>
              </a:rPr>
              <a:t>src</a:t>
            </a:r>
            <a:r>
              <a:rPr lang="hu-HU" sz="2400" noProof="1">
                <a:solidFill>
                  <a:srgbClr val="0000FF"/>
                </a:solidFill>
                <a:highlight>
                  <a:srgbClr val="FFFFFF"/>
                </a:highlight>
                <a:latin typeface="Consolas" panose="020B0609020204030204" pitchFamily="49" charset="0"/>
              </a:rPr>
              <a:t>=</a:t>
            </a:r>
            <a:r>
              <a:rPr lang="hu-HU" sz="2400" noProof="1">
                <a:solidFill>
                  <a:srgbClr val="8000FF"/>
                </a:solidFill>
                <a:highlight>
                  <a:srgbClr val="FFFFFF"/>
                </a:highlight>
                <a:latin typeface="Consolas" panose="020B0609020204030204" pitchFamily="49" charset="0"/>
              </a:rPr>
              <a:t>"valami.jpg" </a:t>
            </a:r>
            <a:r>
              <a:rPr lang="hu-HU" sz="2400" noProof="1">
                <a:solidFill>
                  <a:srgbClr val="FF0000"/>
                </a:solidFill>
                <a:highlight>
                  <a:srgbClr val="FFFFFF"/>
                </a:highlight>
                <a:latin typeface="Consolas" panose="020B0609020204030204" pitchFamily="49" charset="0"/>
              </a:rPr>
              <a:t>title</a:t>
            </a:r>
            <a:r>
              <a:rPr lang="hu-HU" sz="2400" noProof="1">
                <a:solidFill>
                  <a:srgbClr val="8000FF"/>
                </a:solidFill>
                <a:highlight>
                  <a:srgbClr val="FFFFFF"/>
                </a:highlight>
                <a:latin typeface="Consolas" panose="020B0609020204030204" pitchFamily="49" charset="0"/>
              </a:rPr>
              <a:t>="egér rajta"</a:t>
            </a:r>
            <a:r>
              <a:rPr lang="hu-HU" sz="2400" noProof="1">
                <a:solidFill>
                  <a:srgbClr val="0000FF"/>
                </a:solidFill>
                <a:highlight>
                  <a:srgbClr val="FFFFFF"/>
                </a:highlight>
                <a:latin typeface="Consolas" panose="020B0609020204030204" pitchFamily="49" charset="0"/>
              </a:rPr>
              <a:t>&gt;</a:t>
            </a:r>
            <a:endParaRPr lang="en-US" sz="2400" b="1" strike="sngStrike" noProof="1">
              <a:solidFill>
                <a:srgbClr val="FF0000"/>
              </a:solidFill>
              <a:highlight>
                <a:srgbClr val="FFFFFF"/>
              </a:highlight>
              <a:latin typeface="Consolas" panose="020B0609020204030204" pitchFamily="49" charset="0"/>
            </a:endParaRPr>
          </a:p>
        </p:txBody>
      </p:sp>
      <p:pic>
        <p:nvPicPr>
          <p:cNvPr id="4" name="Kép 3" descr="A képen vázlat, clipart, illusztráció, rajz látható&#10;&#10;Automatikusan generált leírás">
            <a:extLst>
              <a:ext uri="{FF2B5EF4-FFF2-40B4-BE49-F238E27FC236}">
                <a16:creationId xmlns:a16="http://schemas.microsoft.com/office/drawing/2014/main" id="{1D216DBC-29C1-4652-4CC5-95082D5CB8C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240519" y="3873640"/>
            <a:ext cx="2190138" cy="219013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5" name="Ábra 4" descr="Kurzor egyszínű kitöltéssel">
            <a:extLst>
              <a:ext uri="{FF2B5EF4-FFF2-40B4-BE49-F238E27FC236}">
                <a16:creationId xmlns:a16="http://schemas.microsoft.com/office/drawing/2014/main" id="{9D57F56B-08C8-7939-F7F9-AE7CF1132AE8}"/>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19801" y="3779074"/>
            <a:ext cx="914400" cy="914400"/>
          </a:xfrm>
          <a:prstGeom prst="rect">
            <a:avLst/>
          </a:prstGeom>
        </p:spPr>
      </p:pic>
      <p:sp>
        <p:nvSpPr>
          <p:cNvPr id="6" name="Szövegdoboz 5">
            <a:extLst>
              <a:ext uri="{FF2B5EF4-FFF2-40B4-BE49-F238E27FC236}">
                <a16:creationId xmlns:a16="http://schemas.microsoft.com/office/drawing/2014/main" id="{257A62AC-CE28-716A-6542-03F9B8A7C658}"/>
              </a:ext>
            </a:extLst>
          </p:cNvPr>
          <p:cNvSpPr txBox="1"/>
          <p:nvPr/>
        </p:nvSpPr>
        <p:spPr>
          <a:xfrm>
            <a:off x="6358469" y="4549129"/>
            <a:ext cx="1314862" cy="369332"/>
          </a:xfrm>
          <a:prstGeom prst="rect">
            <a:avLst/>
          </a:prstGeom>
          <a:solidFill>
            <a:schemeClr val="tx1"/>
          </a:solidFill>
          <a:ln w="19050">
            <a:solidFill>
              <a:schemeClr val="tx1"/>
            </a:solidFill>
          </a:ln>
          <a:effectLst>
            <a:outerShdw blurRad="50800" dist="38100" dir="8100000" algn="tr" rotWithShape="0">
              <a:prstClr val="black">
                <a:alpha val="40000"/>
              </a:prstClr>
            </a:outerShdw>
          </a:effectLst>
        </p:spPr>
        <p:txBody>
          <a:bodyPr wrap="square" rtlCol="0">
            <a:spAutoFit/>
          </a:bodyPr>
          <a:lstStyle/>
          <a:p>
            <a:r>
              <a:rPr lang="hu-HU">
                <a:solidFill>
                  <a:schemeClr val="bg1"/>
                </a:solidFill>
              </a:rPr>
              <a:t>  egér rajta</a:t>
            </a:r>
          </a:p>
        </p:txBody>
      </p:sp>
    </p:spTree>
    <p:extLst>
      <p:ext uri="{BB962C8B-B14F-4D97-AF65-F5344CB8AC3E}">
        <p14:creationId xmlns:p14="http://schemas.microsoft.com/office/powerpoint/2010/main" val="2447162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en-US" sz="6000" b="1">
                <a:solidFill>
                  <a:srgbClr val="FFFFFF"/>
                </a:solidFill>
              </a:rPr>
              <a:t>Alternative</a:t>
            </a: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hu-HU" noProof="1">
              <a:latin typeface="Arial" panose="020B0604020202020204" pitchFamily="34" charset="0"/>
              <a:cs typeface="Arial" panose="020B0604020202020204" pitchFamily="34" charset="0"/>
            </a:endParaRPr>
          </a:p>
        </p:txBody>
      </p:sp>
      <p:sp>
        <p:nvSpPr>
          <p:cNvPr id="3" name="Tartalom helye 5">
            <a:extLst>
              <a:ext uri="{FF2B5EF4-FFF2-40B4-BE49-F238E27FC236}">
                <a16:creationId xmlns:a16="http://schemas.microsoft.com/office/drawing/2014/main" id="{9F164FC4-49B1-0596-399C-1F11241AEABD}"/>
              </a:ext>
            </a:extLst>
          </p:cNvPr>
          <p:cNvSpPr txBox="1">
            <a:spLocks/>
          </p:cNvSpPr>
          <p:nvPr/>
        </p:nvSpPr>
        <p:spPr>
          <a:xfrm>
            <a:off x="666572" y="2978923"/>
            <a:ext cx="10955708"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en-US" sz="2400" noProof="1">
                <a:solidFill>
                  <a:srgbClr val="0000FF"/>
                </a:solidFill>
                <a:highlight>
                  <a:srgbClr val="FFFFFF"/>
                </a:highlight>
                <a:latin typeface="Consolas" panose="020B0609020204030204" pitchFamily="49" charset="0"/>
              </a:rPr>
              <a:t>&lt;</a:t>
            </a:r>
            <a:r>
              <a:rPr lang="hu-HU" sz="2400" noProof="1">
                <a:solidFill>
                  <a:srgbClr val="0000FF"/>
                </a:solidFill>
                <a:highlight>
                  <a:srgbClr val="FFFFFF"/>
                </a:highlight>
                <a:latin typeface="Consolas" panose="020B0609020204030204" pitchFamily="49" charset="0"/>
              </a:rPr>
              <a:t>img </a:t>
            </a:r>
            <a:r>
              <a:rPr lang="hu-HU" sz="2400" noProof="1">
                <a:solidFill>
                  <a:srgbClr val="FF0000"/>
                </a:solidFill>
                <a:highlight>
                  <a:srgbClr val="FFFFFF"/>
                </a:highlight>
                <a:latin typeface="Consolas" panose="020B0609020204030204" pitchFamily="49" charset="0"/>
              </a:rPr>
              <a:t>src</a:t>
            </a:r>
            <a:r>
              <a:rPr lang="hu-HU" sz="2400" noProof="1">
                <a:solidFill>
                  <a:srgbClr val="0000FF"/>
                </a:solidFill>
                <a:highlight>
                  <a:srgbClr val="FFFFFF"/>
                </a:highlight>
                <a:latin typeface="Consolas" panose="020B0609020204030204" pitchFamily="49" charset="0"/>
              </a:rPr>
              <a:t>=</a:t>
            </a:r>
            <a:r>
              <a:rPr lang="hu-HU" sz="2400" noProof="1">
                <a:solidFill>
                  <a:srgbClr val="8000FF"/>
                </a:solidFill>
                <a:highlight>
                  <a:srgbClr val="FFFFFF"/>
                </a:highlight>
                <a:latin typeface="Consolas" panose="020B0609020204030204" pitchFamily="49" charset="0"/>
              </a:rPr>
              <a:t>"valami.jgp" </a:t>
            </a:r>
            <a:r>
              <a:rPr lang="hu-HU" sz="2400" noProof="1">
                <a:solidFill>
                  <a:srgbClr val="FF0000"/>
                </a:solidFill>
                <a:highlight>
                  <a:srgbClr val="FFFFFF"/>
                </a:highlight>
                <a:latin typeface="Consolas" panose="020B0609020204030204" pitchFamily="49" charset="0"/>
              </a:rPr>
              <a:t>title</a:t>
            </a:r>
            <a:r>
              <a:rPr lang="hu-HU" sz="2400" noProof="1">
                <a:solidFill>
                  <a:srgbClr val="8000FF"/>
                </a:solidFill>
                <a:highlight>
                  <a:srgbClr val="FFFFFF"/>
                </a:highlight>
                <a:latin typeface="Consolas" panose="020B0609020204030204" pitchFamily="49" charset="0"/>
              </a:rPr>
              <a:t>="egér rajta" </a:t>
            </a:r>
            <a:r>
              <a:rPr lang="hu-HU" sz="2400" noProof="1">
                <a:solidFill>
                  <a:srgbClr val="FF0000"/>
                </a:solidFill>
                <a:highlight>
                  <a:srgbClr val="FFFFFF"/>
                </a:highlight>
                <a:latin typeface="Consolas" panose="020B0609020204030204" pitchFamily="49" charset="0"/>
              </a:rPr>
              <a:t>alt</a:t>
            </a:r>
            <a:r>
              <a:rPr lang="hu-HU" sz="2400" noProof="1">
                <a:solidFill>
                  <a:srgbClr val="8000FF"/>
                </a:solidFill>
                <a:highlight>
                  <a:srgbClr val="FFFFFF"/>
                </a:highlight>
                <a:latin typeface="Consolas" panose="020B0609020204030204" pitchFamily="49" charset="0"/>
              </a:rPr>
              <a:t>="ha nem elérhető"</a:t>
            </a:r>
            <a:r>
              <a:rPr lang="hu-HU" sz="2400" noProof="1">
                <a:solidFill>
                  <a:srgbClr val="0000FF"/>
                </a:solidFill>
                <a:highlight>
                  <a:srgbClr val="FFFFFF"/>
                </a:highlight>
                <a:latin typeface="Consolas" panose="020B0609020204030204" pitchFamily="49" charset="0"/>
              </a:rPr>
              <a:t>&gt;</a:t>
            </a:r>
            <a:endParaRPr lang="en-US" sz="2400" b="1" strike="sngStrike" noProof="1">
              <a:solidFill>
                <a:srgbClr val="FF0000"/>
              </a:solidFill>
              <a:highlight>
                <a:srgbClr val="FFFFFF"/>
              </a:highlight>
              <a:latin typeface="Consolas" panose="020B0609020204030204" pitchFamily="49" charset="0"/>
            </a:endParaRPr>
          </a:p>
        </p:txBody>
      </p:sp>
      <p:pic>
        <p:nvPicPr>
          <p:cNvPr id="5" name="Ábra 4" descr="Kép egyszínű kitöltéssel">
            <a:extLst>
              <a:ext uri="{FF2B5EF4-FFF2-40B4-BE49-F238E27FC236}">
                <a16:creationId xmlns:a16="http://schemas.microsoft.com/office/drawing/2014/main" id="{0485F24C-0A60-F942-3FE7-149335100641}"/>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07308" y="4348768"/>
            <a:ext cx="914400" cy="914400"/>
          </a:xfrm>
          <a:prstGeom prst="rect">
            <a:avLst/>
          </a:prstGeom>
        </p:spPr>
      </p:pic>
      <p:sp>
        <p:nvSpPr>
          <p:cNvPr id="6" name="Szövegdoboz 5">
            <a:extLst>
              <a:ext uri="{FF2B5EF4-FFF2-40B4-BE49-F238E27FC236}">
                <a16:creationId xmlns:a16="http://schemas.microsoft.com/office/drawing/2014/main" id="{7FC97A46-673C-14E3-8A32-5EC7C4A3A5A9}"/>
              </a:ext>
            </a:extLst>
          </p:cNvPr>
          <p:cNvSpPr txBox="1"/>
          <p:nvPr/>
        </p:nvSpPr>
        <p:spPr>
          <a:xfrm>
            <a:off x="5625269" y="4621302"/>
            <a:ext cx="1991170" cy="369332"/>
          </a:xfrm>
          <a:prstGeom prst="rect">
            <a:avLst/>
          </a:prstGeom>
          <a:noFill/>
        </p:spPr>
        <p:txBody>
          <a:bodyPr wrap="square" rtlCol="0">
            <a:spAutoFit/>
          </a:bodyPr>
          <a:lstStyle/>
          <a:p>
            <a:r>
              <a:rPr lang="hu-HU"/>
              <a:t>ha nem elérhető</a:t>
            </a:r>
          </a:p>
        </p:txBody>
      </p:sp>
    </p:spTree>
    <p:extLst>
      <p:ext uri="{BB962C8B-B14F-4D97-AF65-F5344CB8AC3E}">
        <p14:creationId xmlns:p14="http://schemas.microsoft.com/office/powerpoint/2010/main" val="3266667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Hivatkozás</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6198795"/>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Oldalon belül</a:t>
            </a:r>
          </a:p>
        </p:txBody>
      </p:sp>
      <p:sp>
        <p:nvSpPr>
          <p:cNvPr id="4" name="Tartalom helye 5">
            <a:extLst>
              <a:ext uri="{FF2B5EF4-FFF2-40B4-BE49-F238E27FC236}">
                <a16:creationId xmlns:a16="http://schemas.microsoft.com/office/drawing/2014/main" id="{C7F28BA1-4000-18F2-4936-FE34AB7E273E}"/>
              </a:ext>
            </a:extLst>
          </p:cNvPr>
          <p:cNvSpPr txBox="1">
            <a:spLocks/>
          </p:cNvSpPr>
          <p:nvPr/>
        </p:nvSpPr>
        <p:spPr>
          <a:xfrm>
            <a:off x="735012" y="2753936"/>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u-HU" sz="2400" b="1" noProof="1">
                <a:solidFill>
                  <a:schemeClr val="bg2">
                    <a:lumMod val="75000"/>
                  </a:schemeClr>
                </a:solidFill>
                <a:highlight>
                  <a:srgbClr val="FFFFFF"/>
                </a:highlight>
                <a:latin typeface="Consolas" panose="020B0609020204030204" pitchFamily="49" charset="0"/>
              </a:rPr>
              <a:t>&lt;!-- oldalon belül, adott id-hoz --&gt;</a:t>
            </a:r>
          </a:p>
          <a:p>
            <a:pPr marL="0" indent="0">
              <a:buNone/>
            </a:pPr>
            <a:r>
              <a:rPr lang="pt-BR" sz="2400" b="1">
                <a:solidFill>
                  <a:srgbClr val="000000"/>
                </a:solidFill>
                <a:effectLst/>
                <a:latin typeface="Consolas" panose="020B0609020204030204" pitchFamily="49" charset="0"/>
              </a:rPr>
              <a:t>link szövege</a:t>
            </a: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valahol az oldalon, ahova linkelni akarunk --&gt;</a:t>
            </a:r>
          </a:p>
          <a:p>
            <a:pPr marL="0" indent="0">
              <a:buNone/>
            </a:pPr>
            <a:r>
              <a:rPr lang="hu-HU" sz="2400" b="1">
                <a:solidFill>
                  <a:srgbClr val="800000"/>
                </a:solidFill>
                <a:effectLst/>
                <a:latin typeface="Consolas" panose="020B0609020204030204" pitchFamily="49" charset="0"/>
              </a:rPr>
              <a:t>&lt;p</a:t>
            </a:r>
            <a:r>
              <a:rPr lang="hu-HU" sz="2400" b="1">
                <a:solidFill>
                  <a:srgbClr val="000000"/>
                </a:solidFill>
                <a:effectLst/>
                <a:latin typeface="Consolas" panose="020B0609020204030204" pitchFamily="49" charset="0"/>
              </a:rPr>
              <a:t> </a:t>
            </a:r>
            <a:r>
              <a:rPr lang="en-US" sz="2400" b="1" noProof="1">
                <a:solidFill>
                  <a:srgbClr val="FF0000"/>
                </a:solidFill>
                <a:effectLst/>
                <a:latin typeface="Consolas" panose="020B0609020204030204" pitchFamily="49" charset="0"/>
              </a:rPr>
              <a:t>id</a:t>
            </a:r>
            <a:r>
              <a:rPr lang="hu-HU" sz="2400" b="1">
                <a:solidFill>
                  <a:srgbClr val="222222"/>
                </a:solidFill>
                <a:effectLst/>
                <a:latin typeface="Consolas" panose="020B0609020204030204" pitchFamily="49" charset="0"/>
              </a:rPr>
              <a:t>=</a:t>
            </a:r>
            <a:r>
              <a:rPr lang="hu-HU" sz="2400" b="1">
                <a:solidFill>
                  <a:srgbClr val="A31515"/>
                </a:solidFill>
                <a:effectLst/>
                <a:latin typeface="Consolas" panose="020B0609020204030204" pitchFamily="49" charset="0"/>
              </a:rPr>
              <a:t>"</a:t>
            </a:r>
            <a:r>
              <a:rPr lang="hu-HU" sz="2400" b="1" noProof="1">
                <a:solidFill>
                  <a:srgbClr val="0000FF"/>
                </a:solidFill>
                <a:effectLst/>
                <a:latin typeface="Consolas" panose="020B0609020204030204" pitchFamily="49" charset="0"/>
              </a:rPr>
              <a:t>azonosito</a:t>
            </a:r>
            <a:r>
              <a:rPr lang="hu-HU" sz="2400" b="1">
                <a:solidFill>
                  <a:srgbClr val="A31515"/>
                </a:solidFill>
                <a:effectLst/>
                <a:latin typeface="Consolas" panose="020B0609020204030204" pitchFamily="49" charset="0"/>
              </a:rPr>
              <a:t>"</a:t>
            </a:r>
            <a:r>
              <a:rPr lang="hu-HU" sz="2400" b="1">
                <a:solidFill>
                  <a:srgbClr val="800000"/>
                </a:solidFill>
                <a:effectLst/>
                <a:latin typeface="Consolas" panose="020B0609020204030204" pitchFamily="49" charset="0"/>
              </a:rPr>
              <a:t>&gt;</a:t>
            </a:r>
            <a:r>
              <a:rPr lang="hu-HU" sz="2400" b="1">
                <a:solidFill>
                  <a:srgbClr val="000000"/>
                </a:solidFill>
                <a:effectLst/>
                <a:latin typeface="Consolas" panose="020B0609020204030204" pitchFamily="49" charset="0"/>
              </a:rPr>
              <a:t>...</a:t>
            </a:r>
            <a:r>
              <a:rPr lang="hu-HU" sz="2400" b="1">
                <a:solidFill>
                  <a:srgbClr val="800000"/>
                </a:solidFill>
                <a:effectLst/>
                <a:latin typeface="Consolas" panose="020B0609020204030204" pitchFamily="49" charset="0"/>
              </a:rPr>
              <a:t>&lt;/p&gt;</a:t>
            </a:r>
            <a:endParaRPr lang="hu-HU" sz="2400" b="1">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678622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Oldalon belül</a:t>
            </a:r>
          </a:p>
        </p:txBody>
      </p:sp>
      <p:sp>
        <p:nvSpPr>
          <p:cNvPr id="4" name="Tartalom helye 5">
            <a:extLst>
              <a:ext uri="{FF2B5EF4-FFF2-40B4-BE49-F238E27FC236}">
                <a16:creationId xmlns:a16="http://schemas.microsoft.com/office/drawing/2014/main" id="{C7F28BA1-4000-18F2-4936-FE34AB7E273E}"/>
              </a:ext>
            </a:extLst>
          </p:cNvPr>
          <p:cNvSpPr txBox="1">
            <a:spLocks/>
          </p:cNvSpPr>
          <p:nvPr/>
        </p:nvSpPr>
        <p:spPr>
          <a:xfrm>
            <a:off x="735012" y="2753936"/>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u-HU" sz="2400" b="1" noProof="1">
                <a:solidFill>
                  <a:schemeClr val="bg2">
                    <a:lumMod val="75000"/>
                  </a:schemeClr>
                </a:solidFill>
                <a:highlight>
                  <a:srgbClr val="FFFFFF"/>
                </a:highlight>
                <a:latin typeface="Consolas" panose="020B0609020204030204" pitchFamily="49" charset="0"/>
              </a:rPr>
              <a:t>&lt;!-- oldalon belül, adott id-hoz --&gt;</a:t>
            </a:r>
          </a:p>
          <a:p>
            <a:pPr marL="0" indent="0">
              <a:buNone/>
            </a:pPr>
            <a:r>
              <a:rPr lang="pt-BR" sz="2400" b="1">
                <a:solidFill>
                  <a:srgbClr val="800000"/>
                </a:solidFill>
                <a:effectLst/>
                <a:latin typeface="Consolas" panose="020B0609020204030204" pitchFamily="49" charset="0"/>
              </a:rPr>
              <a:t>&lt;a&gt;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valahol az oldalon, ahova linkelni akarunk --&gt;</a:t>
            </a:r>
          </a:p>
          <a:p>
            <a:pPr marL="0" indent="0">
              <a:buNone/>
            </a:pPr>
            <a:r>
              <a:rPr lang="hu-HU" sz="2400" b="1">
                <a:solidFill>
                  <a:srgbClr val="800000"/>
                </a:solidFill>
                <a:effectLst/>
                <a:latin typeface="Consolas" panose="020B0609020204030204" pitchFamily="49" charset="0"/>
              </a:rPr>
              <a:t>&lt;p</a:t>
            </a:r>
            <a:r>
              <a:rPr lang="hu-HU" sz="2400" b="1">
                <a:solidFill>
                  <a:srgbClr val="000000"/>
                </a:solidFill>
                <a:effectLst/>
                <a:latin typeface="Consolas" panose="020B0609020204030204" pitchFamily="49" charset="0"/>
              </a:rPr>
              <a:t> </a:t>
            </a:r>
            <a:r>
              <a:rPr lang="en-US" sz="2400" b="1" noProof="1">
                <a:solidFill>
                  <a:srgbClr val="FF0000"/>
                </a:solidFill>
                <a:effectLst/>
                <a:latin typeface="Consolas" panose="020B0609020204030204" pitchFamily="49" charset="0"/>
              </a:rPr>
              <a:t>id</a:t>
            </a:r>
            <a:r>
              <a:rPr lang="hu-HU" sz="2400" b="1">
                <a:solidFill>
                  <a:srgbClr val="222222"/>
                </a:solidFill>
                <a:effectLst/>
                <a:latin typeface="Consolas" panose="020B0609020204030204" pitchFamily="49" charset="0"/>
              </a:rPr>
              <a:t>=</a:t>
            </a:r>
            <a:r>
              <a:rPr lang="hu-HU" sz="2400" b="1">
                <a:solidFill>
                  <a:srgbClr val="A31515"/>
                </a:solidFill>
                <a:effectLst/>
                <a:latin typeface="Consolas" panose="020B0609020204030204" pitchFamily="49" charset="0"/>
              </a:rPr>
              <a:t>"</a:t>
            </a:r>
            <a:r>
              <a:rPr lang="hu-HU" sz="2400" b="1" noProof="1">
                <a:solidFill>
                  <a:srgbClr val="0000FF"/>
                </a:solidFill>
                <a:effectLst/>
                <a:latin typeface="Consolas" panose="020B0609020204030204" pitchFamily="49" charset="0"/>
              </a:rPr>
              <a:t>azonosito</a:t>
            </a:r>
            <a:r>
              <a:rPr lang="hu-HU" sz="2400" b="1">
                <a:solidFill>
                  <a:srgbClr val="A31515"/>
                </a:solidFill>
                <a:effectLst/>
                <a:latin typeface="Consolas" panose="020B0609020204030204" pitchFamily="49" charset="0"/>
              </a:rPr>
              <a:t>"</a:t>
            </a:r>
            <a:r>
              <a:rPr lang="hu-HU" sz="2400" b="1">
                <a:solidFill>
                  <a:srgbClr val="800000"/>
                </a:solidFill>
                <a:effectLst/>
                <a:latin typeface="Consolas" panose="020B0609020204030204" pitchFamily="49" charset="0"/>
              </a:rPr>
              <a:t>&gt;</a:t>
            </a:r>
            <a:r>
              <a:rPr lang="hu-HU" sz="2400" b="1">
                <a:solidFill>
                  <a:srgbClr val="000000"/>
                </a:solidFill>
                <a:effectLst/>
                <a:latin typeface="Consolas" panose="020B0609020204030204" pitchFamily="49" charset="0"/>
              </a:rPr>
              <a:t>...</a:t>
            </a:r>
            <a:r>
              <a:rPr lang="hu-HU" sz="2400" b="1">
                <a:solidFill>
                  <a:srgbClr val="800000"/>
                </a:solidFill>
                <a:effectLst/>
                <a:latin typeface="Consolas" panose="020B0609020204030204" pitchFamily="49" charset="0"/>
              </a:rPr>
              <a:t>&lt;/p&gt;</a:t>
            </a:r>
            <a:endParaRPr lang="hu-HU" sz="2400" b="1">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77701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Oldalon belül</a:t>
            </a:r>
          </a:p>
        </p:txBody>
      </p:sp>
      <p:sp>
        <p:nvSpPr>
          <p:cNvPr id="4" name="Tartalom helye 5">
            <a:extLst>
              <a:ext uri="{FF2B5EF4-FFF2-40B4-BE49-F238E27FC236}">
                <a16:creationId xmlns:a16="http://schemas.microsoft.com/office/drawing/2014/main" id="{C7F28BA1-4000-18F2-4936-FE34AB7E273E}"/>
              </a:ext>
            </a:extLst>
          </p:cNvPr>
          <p:cNvSpPr txBox="1">
            <a:spLocks/>
          </p:cNvSpPr>
          <p:nvPr/>
        </p:nvSpPr>
        <p:spPr>
          <a:xfrm>
            <a:off x="735012" y="2753936"/>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u-HU" sz="2400" b="1" noProof="1">
                <a:solidFill>
                  <a:schemeClr val="bg2">
                    <a:lumMod val="75000"/>
                  </a:schemeClr>
                </a:solidFill>
                <a:highlight>
                  <a:srgbClr val="FFFFFF"/>
                </a:highlight>
                <a:latin typeface="Consolas" panose="020B0609020204030204" pitchFamily="49" charset="0"/>
              </a:rPr>
              <a:t>&lt;!-- oldalon belül, adott id-hoz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valahol az oldalon, ahova linkelni akarunk --&gt;</a:t>
            </a:r>
          </a:p>
          <a:p>
            <a:pPr marL="0" indent="0">
              <a:buNone/>
            </a:pPr>
            <a:r>
              <a:rPr lang="hu-HU" sz="2400" b="1">
                <a:solidFill>
                  <a:srgbClr val="800000"/>
                </a:solidFill>
                <a:effectLst/>
                <a:latin typeface="Consolas" panose="020B0609020204030204" pitchFamily="49" charset="0"/>
              </a:rPr>
              <a:t>&lt;p</a:t>
            </a:r>
            <a:r>
              <a:rPr lang="hu-HU" sz="2400" b="1">
                <a:solidFill>
                  <a:srgbClr val="000000"/>
                </a:solidFill>
                <a:effectLst/>
                <a:latin typeface="Consolas" panose="020B0609020204030204" pitchFamily="49" charset="0"/>
              </a:rPr>
              <a:t> </a:t>
            </a:r>
            <a:r>
              <a:rPr lang="en-US" sz="2400" b="1" noProof="1">
                <a:solidFill>
                  <a:srgbClr val="FF0000"/>
                </a:solidFill>
                <a:effectLst/>
                <a:latin typeface="Consolas" panose="020B0609020204030204" pitchFamily="49" charset="0"/>
              </a:rPr>
              <a:t>id</a:t>
            </a:r>
            <a:r>
              <a:rPr lang="hu-HU" sz="2400" b="1">
                <a:solidFill>
                  <a:srgbClr val="222222"/>
                </a:solidFill>
                <a:effectLst/>
                <a:latin typeface="Consolas" panose="020B0609020204030204" pitchFamily="49" charset="0"/>
              </a:rPr>
              <a:t>=</a:t>
            </a:r>
            <a:r>
              <a:rPr lang="hu-HU" sz="2400" b="1">
                <a:solidFill>
                  <a:srgbClr val="A31515"/>
                </a:solidFill>
                <a:effectLst/>
                <a:latin typeface="Consolas" panose="020B0609020204030204" pitchFamily="49" charset="0"/>
              </a:rPr>
              <a:t>"</a:t>
            </a:r>
            <a:r>
              <a:rPr lang="hu-HU" sz="2400" b="1" noProof="1">
                <a:solidFill>
                  <a:srgbClr val="0000FF"/>
                </a:solidFill>
                <a:effectLst/>
                <a:latin typeface="Consolas" panose="020B0609020204030204" pitchFamily="49" charset="0"/>
              </a:rPr>
              <a:t>azonosito</a:t>
            </a:r>
            <a:r>
              <a:rPr lang="hu-HU" sz="2400" b="1">
                <a:solidFill>
                  <a:srgbClr val="A31515"/>
                </a:solidFill>
                <a:effectLst/>
                <a:latin typeface="Consolas" panose="020B0609020204030204" pitchFamily="49" charset="0"/>
              </a:rPr>
              <a:t>"</a:t>
            </a:r>
            <a:r>
              <a:rPr lang="hu-HU" sz="2400" b="1">
                <a:solidFill>
                  <a:srgbClr val="800000"/>
                </a:solidFill>
                <a:effectLst/>
                <a:latin typeface="Consolas" panose="020B0609020204030204" pitchFamily="49" charset="0"/>
              </a:rPr>
              <a:t>&gt;</a:t>
            </a:r>
            <a:r>
              <a:rPr lang="hu-HU" sz="2400" b="1">
                <a:solidFill>
                  <a:srgbClr val="000000"/>
                </a:solidFill>
                <a:effectLst/>
                <a:latin typeface="Consolas" panose="020B0609020204030204" pitchFamily="49" charset="0"/>
              </a:rPr>
              <a:t>...</a:t>
            </a:r>
            <a:r>
              <a:rPr lang="hu-HU" sz="2400" b="1">
                <a:solidFill>
                  <a:srgbClr val="800000"/>
                </a:solidFill>
                <a:effectLst/>
                <a:latin typeface="Consolas" panose="020B0609020204030204" pitchFamily="49" charset="0"/>
              </a:rPr>
              <a:t>&lt;/p&gt;</a:t>
            </a:r>
            <a:endParaRPr lang="hu-HU" sz="2400" b="1">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361391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Oldalon belül</a:t>
            </a:r>
          </a:p>
        </p:txBody>
      </p:sp>
      <p:sp>
        <p:nvSpPr>
          <p:cNvPr id="4" name="Tartalom helye 5">
            <a:extLst>
              <a:ext uri="{FF2B5EF4-FFF2-40B4-BE49-F238E27FC236}">
                <a16:creationId xmlns:a16="http://schemas.microsoft.com/office/drawing/2014/main" id="{C7F28BA1-4000-18F2-4936-FE34AB7E273E}"/>
              </a:ext>
            </a:extLst>
          </p:cNvPr>
          <p:cNvSpPr txBox="1">
            <a:spLocks/>
          </p:cNvSpPr>
          <p:nvPr/>
        </p:nvSpPr>
        <p:spPr>
          <a:xfrm>
            <a:off x="735012" y="2753936"/>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u-HU" sz="2400" b="1" noProof="1">
                <a:solidFill>
                  <a:schemeClr val="bg2">
                    <a:lumMod val="75000"/>
                  </a:schemeClr>
                </a:solidFill>
                <a:highlight>
                  <a:srgbClr val="FFFFFF"/>
                </a:highlight>
                <a:latin typeface="Consolas" panose="020B0609020204030204" pitchFamily="49" charset="0"/>
              </a:rPr>
              <a:t>&lt;!-- oldalon belül, adott id-hoz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a:t>
            </a:r>
            <a:r>
              <a:rPr lang="pt-BR" sz="2400" b="1">
                <a:solidFill>
                  <a:srgbClr val="0000FF"/>
                </a:solidFill>
                <a:effectLst/>
                <a:latin typeface="Consolas" panose="020B0609020204030204" pitchFamily="49" charset="0"/>
              </a:rPr>
              <a:t>azonosito</a:t>
            </a:r>
            <a:r>
              <a:rPr lang="pt-BR"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valahol az oldalon, ahova linkelni akarunk --&gt;</a:t>
            </a:r>
          </a:p>
          <a:p>
            <a:pPr marL="0" indent="0">
              <a:buNone/>
            </a:pPr>
            <a:r>
              <a:rPr lang="hu-HU" sz="2400" b="1">
                <a:solidFill>
                  <a:srgbClr val="800000"/>
                </a:solidFill>
                <a:effectLst/>
                <a:latin typeface="Consolas" panose="020B0609020204030204" pitchFamily="49" charset="0"/>
              </a:rPr>
              <a:t>&lt;p</a:t>
            </a:r>
            <a:r>
              <a:rPr lang="hu-HU" sz="2400" b="1">
                <a:solidFill>
                  <a:srgbClr val="000000"/>
                </a:solidFill>
                <a:effectLst/>
                <a:latin typeface="Consolas" panose="020B0609020204030204" pitchFamily="49" charset="0"/>
              </a:rPr>
              <a:t> </a:t>
            </a:r>
            <a:r>
              <a:rPr lang="en-US" sz="2400" b="1" noProof="1">
                <a:solidFill>
                  <a:srgbClr val="FF0000"/>
                </a:solidFill>
                <a:effectLst/>
                <a:latin typeface="Consolas" panose="020B0609020204030204" pitchFamily="49" charset="0"/>
              </a:rPr>
              <a:t>id</a:t>
            </a:r>
            <a:r>
              <a:rPr lang="hu-HU" sz="2400" b="1">
                <a:solidFill>
                  <a:srgbClr val="222222"/>
                </a:solidFill>
                <a:effectLst/>
                <a:latin typeface="Consolas" panose="020B0609020204030204" pitchFamily="49" charset="0"/>
              </a:rPr>
              <a:t>=</a:t>
            </a:r>
            <a:r>
              <a:rPr lang="hu-HU" sz="2400" b="1">
                <a:solidFill>
                  <a:srgbClr val="A31515"/>
                </a:solidFill>
                <a:effectLst/>
                <a:latin typeface="Consolas" panose="020B0609020204030204" pitchFamily="49" charset="0"/>
              </a:rPr>
              <a:t>"</a:t>
            </a:r>
            <a:r>
              <a:rPr lang="hu-HU" sz="2400" b="1" noProof="1">
                <a:solidFill>
                  <a:srgbClr val="0000FF"/>
                </a:solidFill>
                <a:effectLst/>
                <a:latin typeface="Consolas" panose="020B0609020204030204" pitchFamily="49" charset="0"/>
              </a:rPr>
              <a:t>azonosito</a:t>
            </a:r>
            <a:r>
              <a:rPr lang="hu-HU" sz="2400" b="1">
                <a:solidFill>
                  <a:srgbClr val="A31515"/>
                </a:solidFill>
                <a:effectLst/>
                <a:latin typeface="Consolas" panose="020B0609020204030204" pitchFamily="49" charset="0"/>
              </a:rPr>
              <a:t>"</a:t>
            </a:r>
            <a:r>
              <a:rPr lang="hu-HU" sz="2400" b="1">
                <a:solidFill>
                  <a:srgbClr val="800000"/>
                </a:solidFill>
                <a:effectLst/>
                <a:latin typeface="Consolas" panose="020B0609020204030204" pitchFamily="49" charset="0"/>
              </a:rPr>
              <a:t>&gt;</a:t>
            </a:r>
            <a:r>
              <a:rPr lang="hu-HU" sz="2400" b="1">
                <a:solidFill>
                  <a:srgbClr val="000000"/>
                </a:solidFill>
                <a:effectLst/>
                <a:latin typeface="Consolas" panose="020B0609020204030204" pitchFamily="49" charset="0"/>
              </a:rPr>
              <a:t>...</a:t>
            </a:r>
            <a:r>
              <a:rPr lang="hu-HU" sz="2400" b="1">
                <a:solidFill>
                  <a:srgbClr val="800000"/>
                </a:solidFill>
                <a:effectLst/>
                <a:latin typeface="Consolas" panose="020B0609020204030204" pitchFamily="49" charset="0"/>
              </a:rPr>
              <a:t>&lt;/p&gt;</a:t>
            </a:r>
            <a:endParaRPr lang="hu-HU" sz="2400" b="1">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37950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Másik oldalra</a:t>
            </a:r>
          </a:p>
        </p:txBody>
      </p:sp>
      <p:sp>
        <p:nvSpPr>
          <p:cNvPr id="4" name="Tartalom helye 5">
            <a:extLst>
              <a:ext uri="{FF2B5EF4-FFF2-40B4-BE49-F238E27FC236}">
                <a16:creationId xmlns:a16="http://schemas.microsoft.com/office/drawing/2014/main" id="{C7F28BA1-4000-18F2-4936-FE34AB7E273E}"/>
              </a:ext>
            </a:extLst>
          </p:cNvPr>
          <p:cNvSpPr txBox="1">
            <a:spLocks/>
          </p:cNvSpPr>
          <p:nvPr/>
        </p:nvSpPr>
        <p:spPr>
          <a:xfrm>
            <a:off x="735012" y="2753936"/>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u-HU" sz="2400" b="1" noProof="1">
                <a:solidFill>
                  <a:schemeClr val="bg2">
                    <a:lumMod val="75000"/>
                  </a:schemeClr>
                </a:solidFill>
                <a:highlight>
                  <a:srgbClr val="FFFFFF"/>
                </a:highlight>
                <a:latin typeface="Consolas" panose="020B0609020204030204" pitchFamily="49" charset="0"/>
              </a:rPr>
              <a:t>&lt;!-- oldalon belül, adott id-hoz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a:t>
            </a:r>
            <a:r>
              <a:rPr lang="pt-BR" sz="2400" b="1">
                <a:solidFill>
                  <a:srgbClr val="0000FF"/>
                </a:solidFill>
                <a:effectLst/>
                <a:latin typeface="Consolas" panose="020B0609020204030204" pitchFamily="49" charset="0"/>
              </a:rPr>
              <a:t>azonosito</a:t>
            </a:r>
            <a:r>
              <a:rPr lang="pt-BR"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hivatkozás másik oldalra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http://umszki.hu/</a:t>
            </a:r>
            <a:r>
              <a:rPr lang="pt-BR"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hu-HU" sz="2400" b="1" noProof="1">
              <a:solidFill>
                <a:srgbClr val="0000FF"/>
              </a:solidFill>
              <a:highlight>
                <a:srgbClr val="FFFFFF"/>
              </a:highlight>
              <a:latin typeface="Consolas" panose="020B0609020204030204" pitchFamily="49" charset="0"/>
            </a:endParaRPr>
          </a:p>
          <a:p>
            <a:pPr marL="0" indent="0">
              <a:buNone/>
              <a:tabLst>
                <a:tab pos="358775" algn="l"/>
              </a:tabLst>
            </a:pPr>
            <a:endParaRPr lang="en-US" sz="2400" b="1" strike="sngStrike" noProof="1">
              <a:solidFill>
                <a:srgbClr val="FF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2995294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Megnyitás új fülön</a:t>
            </a:r>
          </a:p>
        </p:txBody>
      </p:sp>
      <p:sp>
        <p:nvSpPr>
          <p:cNvPr id="4" name="Tartalom helye 5">
            <a:extLst>
              <a:ext uri="{FF2B5EF4-FFF2-40B4-BE49-F238E27FC236}">
                <a16:creationId xmlns:a16="http://schemas.microsoft.com/office/drawing/2014/main" id="{28E4B343-12B1-3785-6410-77F54932A556}"/>
              </a:ext>
            </a:extLst>
          </p:cNvPr>
          <p:cNvSpPr txBox="1">
            <a:spLocks/>
          </p:cNvSpPr>
          <p:nvPr/>
        </p:nvSpPr>
        <p:spPr>
          <a:xfrm>
            <a:off x="735012" y="2753936"/>
            <a:ext cx="10518776"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u-HU" sz="2400" b="1" noProof="1">
                <a:solidFill>
                  <a:schemeClr val="bg2">
                    <a:lumMod val="75000"/>
                  </a:schemeClr>
                </a:solidFill>
                <a:highlight>
                  <a:srgbClr val="FFFFFF"/>
                </a:highlight>
                <a:latin typeface="Consolas" panose="020B0609020204030204" pitchFamily="49" charset="0"/>
              </a:rPr>
              <a:t>&lt;!-- oldalon belül, adott id-hoz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a:t>
            </a:r>
            <a:r>
              <a:rPr lang="pt-BR" sz="2400" b="1">
                <a:solidFill>
                  <a:srgbClr val="0000FF"/>
                </a:solidFill>
                <a:effectLst/>
                <a:latin typeface="Consolas" panose="020B0609020204030204" pitchFamily="49" charset="0"/>
              </a:rPr>
              <a:t>azonosito</a:t>
            </a:r>
            <a:r>
              <a:rPr lang="pt-BR"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hivatkozás másik oldalra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http://umszki.hu/</a:t>
            </a:r>
            <a:r>
              <a:rPr lang="pt-BR"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chemeClr val="bg2">
                  <a:lumMod val="75000"/>
                </a:schemeClr>
              </a:solidFill>
              <a:highlight>
                <a:srgbClr val="FFFFFF"/>
              </a:highlight>
              <a:latin typeface="Consolas" panose="020B0609020204030204" pitchFamily="49" charset="0"/>
            </a:endParaRPr>
          </a:p>
          <a:p>
            <a:pPr marL="0" indent="0">
              <a:buNone/>
              <a:tabLst>
                <a:tab pos="358775" algn="l"/>
              </a:tabLst>
            </a:pPr>
            <a:r>
              <a:rPr lang="hu-HU" sz="2400" b="1" noProof="1">
                <a:solidFill>
                  <a:schemeClr val="bg2">
                    <a:lumMod val="75000"/>
                  </a:schemeClr>
                </a:solidFill>
                <a:highlight>
                  <a:srgbClr val="FFFFFF"/>
                </a:highlight>
                <a:latin typeface="Consolas" panose="020B0609020204030204" pitchFamily="49" charset="0"/>
              </a:rPr>
              <a:t>&lt;!-- megnyitás új tabon, böngészőfülön --&gt;</a:t>
            </a:r>
          </a:p>
          <a:p>
            <a:pPr marL="0" indent="0">
              <a:buNone/>
            </a:pPr>
            <a:r>
              <a:rPr lang="pt-BR" sz="2400" b="1">
                <a:solidFill>
                  <a:srgbClr val="800000"/>
                </a:solidFill>
                <a:effectLst/>
                <a:latin typeface="Consolas" panose="020B0609020204030204" pitchFamily="49" charset="0"/>
              </a:rPr>
              <a:t>&lt;a</a:t>
            </a:r>
            <a:r>
              <a:rPr lang="pt-BR" sz="2400" b="1">
                <a:solidFill>
                  <a:srgbClr val="000000"/>
                </a:solidFill>
                <a:effectLst/>
                <a:latin typeface="Consolas" panose="020B0609020204030204" pitchFamily="49" charset="0"/>
              </a:rPr>
              <a:t> </a:t>
            </a:r>
            <a:r>
              <a:rPr lang="pt-BR" sz="2400" b="1">
                <a:solidFill>
                  <a:srgbClr val="FF0000"/>
                </a:solidFill>
                <a:effectLst/>
                <a:latin typeface="Consolas" panose="020B0609020204030204" pitchFamily="49" charset="0"/>
              </a:rPr>
              <a:t>href</a:t>
            </a:r>
            <a:r>
              <a:rPr lang="pt-BR" sz="2400" b="1">
                <a:solidFill>
                  <a:srgbClr val="222222"/>
                </a:solidFill>
                <a:effectLst/>
                <a:latin typeface="Consolas" panose="020B0609020204030204" pitchFamily="49" charset="0"/>
              </a:rPr>
              <a:t>=</a:t>
            </a:r>
            <a:r>
              <a:rPr lang="pt-BR"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http://umszki.hu/</a:t>
            </a:r>
            <a:r>
              <a:rPr lang="pt-BR" sz="2400" b="1">
                <a:solidFill>
                  <a:srgbClr val="A31515"/>
                </a:solidFill>
                <a:effectLst/>
                <a:latin typeface="Consolas" panose="020B0609020204030204" pitchFamily="49" charset="0"/>
              </a:rPr>
              <a:t>"</a:t>
            </a:r>
            <a:r>
              <a:rPr lang="hu-HU" sz="2400" b="1">
                <a:solidFill>
                  <a:srgbClr val="A31515"/>
                </a:solidFill>
                <a:effectLst/>
                <a:latin typeface="Consolas" panose="020B0609020204030204" pitchFamily="49" charset="0"/>
              </a:rPr>
              <a:t> </a:t>
            </a:r>
            <a:r>
              <a:rPr lang="en-US" sz="2400" b="1">
                <a:solidFill>
                  <a:srgbClr val="FF0000"/>
                </a:solidFill>
                <a:effectLst/>
                <a:latin typeface="Consolas" panose="020B0609020204030204" pitchFamily="49" charset="0"/>
              </a:rPr>
              <a:t>target</a:t>
            </a:r>
            <a:r>
              <a:rPr lang="hu-HU" sz="2400" b="1">
                <a:solidFill>
                  <a:srgbClr val="222222"/>
                </a:solidFill>
                <a:effectLst/>
                <a:latin typeface="Consolas" panose="020B0609020204030204" pitchFamily="49" charset="0"/>
              </a:rPr>
              <a:t>=</a:t>
            </a:r>
            <a:r>
              <a:rPr lang="hu-HU" sz="2400" b="1">
                <a:solidFill>
                  <a:srgbClr val="A31515"/>
                </a:solidFill>
                <a:effectLst/>
                <a:latin typeface="Consolas" panose="020B0609020204030204" pitchFamily="49" charset="0"/>
              </a:rPr>
              <a:t>"</a:t>
            </a:r>
            <a:r>
              <a:rPr lang="hu-HU" sz="2400" b="1">
                <a:solidFill>
                  <a:srgbClr val="0000FF"/>
                </a:solidFill>
                <a:effectLst/>
                <a:latin typeface="Consolas" panose="020B0609020204030204" pitchFamily="49" charset="0"/>
              </a:rPr>
              <a:t>_</a:t>
            </a:r>
            <a:r>
              <a:rPr lang="en-US" sz="2400" b="1" noProof="1">
                <a:solidFill>
                  <a:srgbClr val="0000FF"/>
                </a:solidFill>
                <a:effectLst/>
                <a:latin typeface="Consolas" panose="020B0609020204030204" pitchFamily="49" charset="0"/>
              </a:rPr>
              <a:t>blank</a:t>
            </a:r>
            <a:r>
              <a:rPr lang="hu-HU" sz="2400" b="1">
                <a:solidFill>
                  <a:srgbClr val="A31515"/>
                </a:solidFill>
                <a:effectLst/>
                <a:latin typeface="Consolas" panose="020B0609020204030204" pitchFamily="49" charset="0"/>
              </a:rPr>
              <a:t>"</a:t>
            </a:r>
            <a:r>
              <a:rPr lang="pt-BR" sz="2400" b="1">
                <a:solidFill>
                  <a:srgbClr val="800000"/>
                </a:solidFill>
                <a:effectLst/>
                <a:latin typeface="Consolas" panose="020B0609020204030204" pitchFamily="49" charset="0"/>
              </a:rPr>
              <a:t>&gt;</a:t>
            </a:r>
            <a:r>
              <a:rPr lang="pt-BR" sz="2400" b="1">
                <a:solidFill>
                  <a:srgbClr val="000000"/>
                </a:solidFill>
                <a:effectLst/>
                <a:latin typeface="Consolas" panose="020B0609020204030204" pitchFamily="49" charset="0"/>
              </a:rPr>
              <a:t>link szövege</a:t>
            </a:r>
            <a:r>
              <a:rPr lang="pt-BR" sz="2400" b="1">
                <a:solidFill>
                  <a:srgbClr val="800000"/>
                </a:solidFill>
                <a:effectLst/>
                <a:latin typeface="Consolas" panose="020B0609020204030204" pitchFamily="49" charset="0"/>
              </a:rPr>
              <a:t>&lt;/a&gt;</a:t>
            </a:r>
            <a:endParaRPr lang="pt-BR" sz="2400" b="1">
              <a:solidFill>
                <a:srgbClr val="000000"/>
              </a:solidFill>
              <a:effectLst/>
              <a:latin typeface="Consolas" panose="020B0609020204030204" pitchFamily="49" charset="0"/>
            </a:endParaRPr>
          </a:p>
          <a:p>
            <a:pPr marL="0" indent="0">
              <a:buNone/>
              <a:tabLst>
                <a:tab pos="358775" algn="l"/>
              </a:tabLst>
            </a:pPr>
            <a:endParaRPr lang="hu-HU" sz="2400" b="1" noProof="1">
              <a:solidFill>
                <a:srgbClr val="0000FF"/>
              </a:solidFill>
              <a:highlight>
                <a:srgbClr val="FFFFFF"/>
              </a:highlight>
              <a:latin typeface="Consolas" panose="020B0609020204030204" pitchFamily="49" charset="0"/>
            </a:endParaRPr>
          </a:p>
          <a:p>
            <a:pPr marL="0" indent="0">
              <a:buNone/>
              <a:tabLst>
                <a:tab pos="358775" algn="l"/>
              </a:tabLst>
            </a:pPr>
            <a:endParaRPr lang="en-US" sz="2400" b="1" strike="sngStrike" noProof="1">
              <a:solidFill>
                <a:srgbClr val="FF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400300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Listák</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3354429"/>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Felsorolás</a:t>
            </a:r>
          </a:p>
        </p:txBody>
      </p:sp>
      <p:sp>
        <p:nvSpPr>
          <p:cNvPr id="7" name="Tartalom helye 5">
            <a:extLst>
              <a:ext uri="{FF2B5EF4-FFF2-40B4-BE49-F238E27FC236}">
                <a16:creationId xmlns:a16="http://schemas.microsoft.com/office/drawing/2014/main" id="{8DF3F15E-05D4-A314-72C9-923BC9B41D29}"/>
              </a:ext>
            </a:extLst>
          </p:cNvPr>
          <p:cNvSpPr txBox="1">
            <a:spLocks/>
          </p:cNvSpPr>
          <p:nvPr/>
        </p:nvSpPr>
        <p:spPr>
          <a:xfrm>
            <a:off x="1800000" y="3060000"/>
            <a:ext cx="5160963"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7188" indent="-357188">
              <a:lnSpc>
                <a:spcPct val="110000"/>
              </a:lnSpc>
              <a:spcBef>
                <a:spcPts val="0"/>
              </a:spcBef>
              <a:buFont typeface="Arial" panose="020B0604020202020204" pitchFamily="34" charset="0"/>
              <a:buNone/>
              <a:tabLst>
                <a:tab pos="357188" algn="l"/>
              </a:tabLst>
            </a:pPr>
            <a:r>
              <a:rPr lang="hu-HU" sz="2600" b="1">
                <a:highlight>
                  <a:srgbClr val="FFFFFF"/>
                </a:highlight>
                <a:latin typeface="Consolas" panose="020B0609020204030204" pitchFamily="49" charset="0"/>
              </a:rPr>
              <a:t>HTML</a:t>
            </a:r>
          </a:p>
          <a:p>
            <a:pPr marL="357188" indent="-357188">
              <a:lnSpc>
                <a:spcPct val="110000"/>
              </a:lnSpc>
              <a:spcBef>
                <a:spcPts val="0"/>
              </a:spcBef>
              <a:buFont typeface="Arial" panose="020B0604020202020204" pitchFamily="34" charset="0"/>
              <a:buNone/>
              <a:tabLst>
                <a:tab pos="357188" algn="l"/>
              </a:tabLst>
            </a:pPr>
            <a:r>
              <a:rPr lang="hu-HU" sz="2600" b="1">
                <a:highlight>
                  <a:srgbClr val="FFFFFF"/>
                </a:highlight>
                <a:latin typeface="Consolas" panose="020B0609020204030204" pitchFamily="49" charset="0"/>
              </a:rPr>
              <a:t>CSS</a:t>
            </a:r>
          </a:p>
          <a:p>
            <a:pPr marL="357188" indent="-357188">
              <a:lnSpc>
                <a:spcPct val="110000"/>
              </a:lnSpc>
              <a:spcBef>
                <a:spcPts val="0"/>
              </a:spcBef>
              <a:buFont typeface="Arial" panose="020B0604020202020204" pitchFamily="34" charset="0"/>
              <a:buNone/>
              <a:tabLst>
                <a:tab pos="357188" algn="l"/>
              </a:tabLst>
            </a:pPr>
            <a:r>
              <a:rPr lang="hu-HU" sz="2600" b="1">
                <a:highlight>
                  <a:srgbClr val="FFFFFF"/>
                </a:highlight>
                <a:latin typeface="Consolas" panose="020B0609020204030204" pitchFamily="49" charset="0"/>
              </a:rPr>
              <a:t>SQL</a:t>
            </a:r>
          </a:p>
          <a:p>
            <a:pPr marL="357188" indent="-357188">
              <a:lnSpc>
                <a:spcPct val="110000"/>
              </a:lnSpc>
              <a:spcBef>
                <a:spcPts val="0"/>
              </a:spcBef>
              <a:buFont typeface="Arial" panose="020B0604020202020204" pitchFamily="34" charset="0"/>
              <a:buNone/>
              <a:tabLst>
                <a:tab pos="357188" algn="l"/>
              </a:tabLst>
            </a:pPr>
            <a:r>
              <a:rPr lang="hu-HU" sz="2600" b="1">
                <a:highlight>
                  <a:srgbClr val="FFFFFF"/>
                </a:highlight>
                <a:latin typeface="Consolas" panose="020B0609020204030204" pitchFamily="49" charset="0"/>
              </a:rPr>
              <a:t>C#</a:t>
            </a: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hu-HU" noProof="1">
                <a:latin typeface="Arial" panose="020B0604020202020204" pitchFamily="34" charset="0"/>
                <a:cs typeface="Arial" panose="020B0604020202020204" pitchFamily="34" charset="0"/>
              </a:rPr>
              <a:t>HTML CSS SQL C#</a:t>
            </a:r>
          </a:p>
        </p:txBody>
      </p:sp>
    </p:spTree>
    <p:extLst>
      <p:ext uri="{BB962C8B-B14F-4D97-AF65-F5344CB8AC3E}">
        <p14:creationId xmlns:p14="http://schemas.microsoft.com/office/powerpoint/2010/main" val="1333131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Felsorolás</a:t>
            </a:r>
          </a:p>
        </p:txBody>
      </p:sp>
      <p:sp>
        <p:nvSpPr>
          <p:cNvPr id="7" name="Tartalom helye 5">
            <a:extLst>
              <a:ext uri="{FF2B5EF4-FFF2-40B4-BE49-F238E27FC236}">
                <a16:creationId xmlns:a16="http://schemas.microsoft.com/office/drawing/2014/main" id="{8DF3F15E-05D4-A314-72C9-923BC9B41D29}"/>
              </a:ext>
            </a:extLst>
          </p:cNvPr>
          <p:cNvSpPr txBox="1">
            <a:spLocks/>
          </p:cNvSpPr>
          <p:nvPr/>
        </p:nvSpPr>
        <p:spPr>
          <a:xfrm>
            <a:off x="1800000" y="3060000"/>
            <a:ext cx="5160963"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hu-HU" sz="2600">
                <a:solidFill>
                  <a:srgbClr val="FF0000"/>
                </a:solidFill>
                <a:highlight>
                  <a:srgbClr val="FFFFFF"/>
                </a:highlight>
                <a:latin typeface="Consolas" panose="020B0609020204030204" pitchFamily="49" charset="0"/>
              </a:rPr>
              <a:t>&lt;</a:t>
            </a:r>
            <a:r>
              <a:rPr lang="en-US" sz="2600" noProof="1">
                <a:solidFill>
                  <a:srgbClr val="FF0000"/>
                </a:solidFill>
                <a:highlight>
                  <a:srgbClr val="FFFFFF"/>
                </a:highlight>
                <a:latin typeface="Consolas" panose="020B0609020204030204" pitchFamily="49" charset="0"/>
              </a:rPr>
              <a:t>ul</a:t>
            </a:r>
            <a:r>
              <a:rPr lang="hu-HU" sz="2600">
                <a:solidFill>
                  <a:srgbClr val="FF0000"/>
                </a:solidFill>
                <a:highlight>
                  <a:srgbClr val="FFFFFF"/>
                </a:highlight>
                <a:latin typeface="Consolas" panose="020B0609020204030204" pitchFamily="49" charset="0"/>
              </a:rPr>
              <a:t>&gt;</a:t>
            </a:r>
            <a:endParaRPr lang="hu-HU" sz="2600" b="1">
              <a:solidFill>
                <a:srgbClr val="FF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HTML</a:t>
            </a:r>
          </a:p>
          <a:p>
            <a:pPr marL="0" indent="0">
              <a:buNone/>
              <a:tabLst>
                <a:tab pos="358775" algn="l"/>
              </a:tabLst>
            </a:pPr>
            <a:r>
              <a:rPr lang="hu-HU" sz="2600" b="1">
                <a:solidFill>
                  <a:srgbClr val="000000"/>
                </a:solidFill>
                <a:highlight>
                  <a:srgbClr val="FFFFFF"/>
                </a:highlight>
                <a:latin typeface="Consolas" panose="020B0609020204030204" pitchFamily="49" charset="0"/>
              </a:rPr>
              <a:t>	CSS</a:t>
            </a:r>
          </a:p>
          <a:p>
            <a:pPr marL="0" indent="0">
              <a:buNone/>
              <a:tabLst>
                <a:tab pos="358775" algn="l"/>
              </a:tabLst>
            </a:pPr>
            <a:r>
              <a:rPr lang="hu-HU" sz="2600" b="1">
                <a:solidFill>
                  <a:srgbClr val="000000"/>
                </a:solidFill>
                <a:highlight>
                  <a:srgbClr val="FFFFFF"/>
                </a:highlight>
                <a:latin typeface="Consolas" panose="020B0609020204030204" pitchFamily="49" charset="0"/>
              </a:rPr>
              <a:t>	SQL</a:t>
            </a:r>
          </a:p>
          <a:p>
            <a:pPr marL="0" indent="0">
              <a:buNone/>
              <a:tabLst>
                <a:tab pos="358775" algn="l"/>
              </a:tabLst>
            </a:pPr>
            <a:r>
              <a:rPr lang="hu-HU" sz="2600" b="1">
                <a:solidFill>
                  <a:srgbClr val="000000"/>
                </a:solidFill>
                <a:highlight>
                  <a:srgbClr val="FFFFFF"/>
                </a:highlight>
                <a:latin typeface="Consolas" panose="020B0609020204030204" pitchFamily="49" charset="0"/>
              </a:rPr>
              <a:t>	C#</a:t>
            </a:r>
          </a:p>
          <a:p>
            <a:pPr marL="0" indent="0">
              <a:buNone/>
              <a:tabLst>
                <a:tab pos="358775" algn="l"/>
              </a:tabLst>
            </a:pPr>
            <a:r>
              <a:rPr lang="hu-HU" sz="2600" b="0">
                <a:solidFill>
                  <a:srgbClr val="FF0000"/>
                </a:solidFill>
                <a:highlight>
                  <a:srgbClr val="FFFFFF"/>
                </a:highlight>
                <a:latin typeface="Consolas" panose="020B0609020204030204" pitchFamily="49" charset="0"/>
              </a:rPr>
              <a:t>&lt;/</a:t>
            </a:r>
            <a:r>
              <a:rPr lang="en-US" sz="2600" b="0" noProof="1">
                <a:solidFill>
                  <a:srgbClr val="FF0000"/>
                </a:solidFill>
                <a:highlight>
                  <a:srgbClr val="FFFFFF"/>
                </a:highlight>
                <a:latin typeface="Consolas" panose="020B0609020204030204" pitchFamily="49" charset="0"/>
              </a:rPr>
              <a:t>ul</a:t>
            </a:r>
            <a:r>
              <a:rPr lang="hu-HU" sz="2600" b="0">
                <a:solidFill>
                  <a:srgbClr val="FF0000"/>
                </a:solidFill>
                <a:highlight>
                  <a:srgbClr val="FFFFFF"/>
                </a:highlight>
                <a:latin typeface="Consolas" panose="020B0609020204030204" pitchFamily="49" charset="0"/>
              </a:rPr>
              <a:t>&gt;</a:t>
            </a:r>
            <a:endParaRPr lang="hu-HU" sz="2600" b="1">
              <a:solidFill>
                <a:srgbClr val="FF0000"/>
              </a:solidFill>
              <a:highlight>
                <a:srgbClr val="FFFFFF"/>
              </a:highlight>
              <a:latin typeface="Consolas" panose="020B0609020204030204" pitchFamily="49" charset="0"/>
            </a:endParaRP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hu-HU" noProof="1">
                <a:latin typeface="Arial" panose="020B0604020202020204" pitchFamily="34" charset="0"/>
                <a:cs typeface="Arial" panose="020B0604020202020204" pitchFamily="34" charset="0"/>
              </a:rPr>
              <a:t>HTML CSS SQL C#</a:t>
            </a:r>
          </a:p>
        </p:txBody>
      </p:sp>
    </p:spTree>
    <p:extLst>
      <p:ext uri="{BB962C8B-B14F-4D97-AF65-F5344CB8AC3E}">
        <p14:creationId xmlns:p14="http://schemas.microsoft.com/office/powerpoint/2010/main" val="3025923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Felsorolás</a:t>
            </a:r>
          </a:p>
        </p:txBody>
      </p:sp>
      <p:sp>
        <p:nvSpPr>
          <p:cNvPr id="7" name="Tartalom helye 5">
            <a:extLst>
              <a:ext uri="{FF2B5EF4-FFF2-40B4-BE49-F238E27FC236}">
                <a16:creationId xmlns:a16="http://schemas.microsoft.com/office/drawing/2014/main" id="{8DF3F15E-05D4-A314-72C9-923BC9B41D29}"/>
              </a:ext>
            </a:extLst>
          </p:cNvPr>
          <p:cNvSpPr txBox="1">
            <a:spLocks/>
          </p:cNvSpPr>
          <p:nvPr/>
        </p:nvSpPr>
        <p:spPr>
          <a:xfrm>
            <a:off x="1800000" y="3060000"/>
            <a:ext cx="5160963"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hu-HU" sz="2600">
                <a:solidFill>
                  <a:srgbClr val="0000FF"/>
                </a:solidFill>
                <a:highlight>
                  <a:srgbClr val="FFFFFF"/>
                </a:highlight>
                <a:latin typeface="Consolas" panose="020B0609020204030204" pitchFamily="49" charset="0"/>
              </a:rPr>
              <a:t>&lt;</a:t>
            </a:r>
            <a:r>
              <a:rPr lang="hu-HU" sz="2600" noProof="1">
                <a:solidFill>
                  <a:srgbClr val="0000FF"/>
                </a:solidFill>
                <a:highlight>
                  <a:srgbClr val="FFFFFF"/>
                </a:highlight>
                <a:latin typeface="Consolas" panose="020B0609020204030204" pitchFamily="49" charset="0"/>
              </a:rPr>
              <a:t>ul</a:t>
            </a:r>
            <a:r>
              <a:rPr lang="hu-HU" sz="2600">
                <a:solidFill>
                  <a:srgbClr val="0000FF"/>
                </a:solidFill>
                <a:highlight>
                  <a:srgbClr val="FFFFFF"/>
                </a:highlight>
                <a:latin typeface="Consolas" panose="020B0609020204030204" pitchFamily="49" charset="0"/>
              </a:rPr>
              <a:t>&gt;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FF0000"/>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HTML</a:t>
            </a:r>
            <a:r>
              <a:rPr lang="hu-HU" sz="2600" b="0">
                <a:solidFill>
                  <a:srgbClr val="FF0000"/>
                </a:solidFill>
                <a:highlight>
                  <a:srgbClr val="FFFFFF"/>
                </a:highlight>
                <a:latin typeface="Consolas" panose="020B0609020204030204" pitchFamily="49" charset="0"/>
              </a:rPr>
              <a:t>&lt;/li&gt;</a:t>
            </a:r>
            <a:endParaRPr lang="hu-HU" sz="2600" b="1">
              <a:solidFill>
                <a:srgbClr val="FF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FF0000"/>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CSS</a:t>
            </a:r>
            <a:r>
              <a:rPr lang="hu-HU" sz="2600" b="0">
                <a:solidFill>
                  <a:srgbClr val="FF0000"/>
                </a:solidFill>
                <a:highlight>
                  <a:srgbClr val="FFFFFF"/>
                </a:highlight>
                <a:latin typeface="Consolas" panose="020B0609020204030204" pitchFamily="49" charset="0"/>
              </a:rPr>
              <a:t>&lt;/li&gt;</a:t>
            </a:r>
            <a:endParaRPr lang="hu-HU" sz="2600" b="1">
              <a:solidFill>
                <a:srgbClr val="FF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FF0000"/>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SQL</a:t>
            </a:r>
            <a:r>
              <a:rPr lang="hu-HU" sz="2600" b="0">
                <a:solidFill>
                  <a:srgbClr val="FF0000"/>
                </a:solidFill>
                <a:highlight>
                  <a:srgbClr val="FFFFFF"/>
                </a:highlight>
                <a:latin typeface="Consolas" panose="020B0609020204030204" pitchFamily="49" charset="0"/>
              </a:rPr>
              <a:t>&lt;/li&gt;</a:t>
            </a:r>
            <a:endParaRPr lang="hu-HU" sz="2600" b="1">
              <a:solidFill>
                <a:srgbClr val="FF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FF0000"/>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a:t>
            </a:r>
            <a:r>
              <a:rPr lang="hu-HU" sz="2600" b="0">
                <a:solidFill>
                  <a:srgbClr val="FF0000"/>
                </a:solidFill>
                <a:highlight>
                  <a:srgbClr val="FFFFFF"/>
                </a:highlight>
                <a:latin typeface="Consolas" panose="020B0609020204030204" pitchFamily="49" charset="0"/>
              </a:rPr>
              <a:t>&lt;/li&gt;</a:t>
            </a:r>
            <a:endParaRPr lang="hu-HU" sz="2600" b="1">
              <a:solidFill>
                <a:srgbClr val="FF0000"/>
              </a:solidFill>
              <a:highlight>
                <a:srgbClr val="FFFFFF"/>
              </a:highlight>
              <a:latin typeface="Consolas" panose="020B0609020204030204" pitchFamily="49" charset="0"/>
            </a:endParaRPr>
          </a:p>
          <a:p>
            <a:pPr marL="0" indent="0">
              <a:buNone/>
              <a:tabLst>
                <a:tab pos="358775" algn="l"/>
              </a:tabLst>
            </a:pPr>
            <a:r>
              <a:rPr lang="hu-HU" sz="2600" b="0">
                <a:solidFill>
                  <a:srgbClr val="0000FF"/>
                </a:solidFill>
                <a:highlight>
                  <a:srgbClr val="FFFFFF"/>
                </a:highlight>
                <a:latin typeface="Consolas" panose="020B0609020204030204" pitchFamily="49" charset="0"/>
              </a:rPr>
              <a:t>&lt;/</a:t>
            </a:r>
            <a:r>
              <a:rPr lang="en-US" sz="2600" b="0" noProof="1">
                <a:solidFill>
                  <a:srgbClr val="0000FF"/>
                </a:solidFill>
                <a:highlight>
                  <a:srgbClr val="FFFFFF"/>
                </a:highlight>
                <a:latin typeface="Consolas" panose="020B0609020204030204" pitchFamily="49" charset="0"/>
              </a:rPr>
              <a:t>ul</a:t>
            </a:r>
            <a:r>
              <a:rPr lang="hu-HU" sz="2600" b="0">
                <a:solidFill>
                  <a:srgbClr val="0000FF"/>
                </a:solidFill>
                <a:highlight>
                  <a:srgbClr val="FFFFFF"/>
                </a:highlight>
                <a:latin typeface="Consolas" panose="020B0609020204030204" pitchFamily="49" charset="0"/>
              </a:rPr>
              <a:t>&gt;</a:t>
            </a:r>
            <a:endParaRPr lang="hu-HU" sz="2600" b="1">
              <a:highlight>
                <a:srgbClr val="FFFFFF"/>
              </a:highlight>
              <a:latin typeface="Consolas" panose="020B0609020204030204" pitchFamily="49" charset="0"/>
            </a:endParaRP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hu-HU" noProof="1">
                <a:latin typeface="Arial" panose="020B0604020202020204" pitchFamily="34" charset="0"/>
                <a:cs typeface="Arial" panose="020B0604020202020204" pitchFamily="34" charset="0"/>
              </a:rPr>
              <a:t>HTML CSS SQL C#</a:t>
            </a:r>
          </a:p>
        </p:txBody>
      </p:sp>
    </p:spTree>
    <p:extLst>
      <p:ext uri="{BB962C8B-B14F-4D97-AF65-F5344CB8AC3E}">
        <p14:creationId xmlns:p14="http://schemas.microsoft.com/office/powerpoint/2010/main" val="3565104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Felsorolás</a:t>
            </a:r>
          </a:p>
        </p:txBody>
      </p:sp>
      <p:sp>
        <p:nvSpPr>
          <p:cNvPr id="7" name="Tartalom helye 5">
            <a:extLst>
              <a:ext uri="{FF2B5EF4-FFF2-40B4-BE49-F238E27FC236}">
                <a16:creationId xmlns:a16="http://schemas.microsoft.com/office/drawing/2014/main" id="{8DF3F15E-05D4-A314-72C9-923BC9B41D29}"/>
              </a:ext>
            </a:extLst>
          </p:cNvPr>
          <p:cNvSpPr txBox="1">
            <a:spLocks/>
          </p:cNvSpPr>
          <p:nvPr/>
        </p:nvSpPr>
        <p:spPr>
          <a:xfrm>
            <a:off x="1800000" y="3060000"/>
            <a:ext cx="5160963"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hu-HU" sz="2600">
                <a:solidFill>
                  <a:srgbClr val="0000FF"/>
                </a:solidFill>
                <a:highlight>
                  <a:srgbClr val="FFFFFF"/>
                </a:highlight>
                <a:latin typeface="Consolas" panose="020B0609020204030204" pitchFamily="49" charset="0"/>
              </a:rPr>
              <a:t>&lt;</a:t>
            </a:r>
            <a:r>
              <a:rPr lang="en-US" sz="2600" noProof="1">
                <a:solidFill>
                  <a:srgbClr val="0000FF"/>
                </a:solidFill>
                <a:highlight>
                  <a:srgbClr val="FFFFFF"/>
                </a:highlight>
                <a:latin typeface="Consolas" panose="020B0609020204030204" pitchFamily="49" charset="0"/>
              </a:rPr>
              <a:t>ul</a:t>
            </a:r>
            <a:r>
              <a:rPr lang="hu-HU" sz="2600">
                <a:solidFill>
                  <a:srgbClr val="0000FF"/>
                </a:solidFill>
                <a:highlight>
                  <a:srgbClr val="FFFFFF"/>
                </a:highlight>
                <a:latin typeface="Consolas" panose="020B0609020204030204" pitchFamily="49" charset="0"/>
              </a:rPr>
              <a:t>&gt;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HTML</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CSS</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SQL</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0">
                <a:solidFill>
                  <a:srgbClr val="0000FF"/>
                </a:solidFill>
                <a:highlight>
                  <a:srgbClr val="FFFFFF"/>
                </a:highlight>
                <a:latin typeface="Consolas" panose="020B0609020204030204" pitchFamily="49" charset="0"/>
              </a:rPr>
              <a:t>&lt;/</a:t>
            </a:r>
            <a:r>
              <a:rPr lang="en-US" sz="2600" b="0" noProof="1">
                <a:solidFill>
                  <a:srgbClr val="0000FF"/>
                </a:solidFill>
                <a:highlight>
                  <a:srgbClr val="FFFFFF"/>
                </a:highlight>
                <a:latin typeface="Consolas" panose="020B0609020204030204" pitchFamily="49" charset="0"/>
              </a:rPr>
              <a:t>ul</a:t>
            </a:r>
            <a:r>
              <a:rPr lang="hu-HU" sz="2600" b="0">
                <a:solidFill>
                  <a:srgbClr val="0000FF"/>
                </a:solidFill>
                <a:highlight>
                  <a:srgbClr val="FFFFFF"/>
                </a:highlight>
                <a:latin typeface="Consolas" panose="020B0609020204030204" pitchFamily="49" charset="0"/>
              </a:rPr>
              <a:t>&gt;</a:t>
            </a:r>
            <a:endParaRPr lang="hu-HU" sz="2600" b="1">
              <a:highlight>
                <a:srgbClr val="FFFFFF"/>
              </a:highlight>
              <a:latin typeface="Consolas" panose="020B0609020204030204" pitchFamily="49" charset="0"/>
            </a:endParaRP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indent="-358775">
              <a:lnSpc>
                <a:spcPct val="120000"/>
              </a:lnSpc>
            </a:pPr>
            <a:r>
              <a:rPr lang="hu-HU" noProof="1">
                <a:latin typeface="Arial" panose="020B0604020202020204" pitchFamily="34" charset="0"/>
                <a:cs typeface="Arial" panose="020B0604020202020204" pitchFamily="34" charset="0"/>
              </a:rPr>
              <a:t>HTML</a:t>
            </a:r>
          </a:p>
          <a:p>
            <a:pPr marL="358775" indent="-358775">
              <a:lnSpc>
                <a:spcPct val="120000"/>
              </a:lnSpc>
            </a:pPr>
            <a:r>
              <a:rPr lang="hu-HU" noProof="1">
                <a:latin typeface="Arial" panose="020B0604020202020204" pitchFamily="34" charset="0"/>
                <a:cs typeface="Arial" panose="020B0604020202020204" pitchFamily="34" charset="0"/>
              </a:rPr>
              <a:t>CSS</a:t>
            </a:r>
          </a:p>
          <a:p>
            <a:pPr marL="358775" indent="-358775">
              <a:lnSpc>
                <a:spcPct val="120000"/>
              </a:lnSpc>
            </a:pPr>
            <a:r>
              <a:rPr lang="hu-HU" noProof="1">
                <a:latin typeface="Arial" panose="020B0604020202020204" pitchFamily="34" charset="0"/>
                <a:cs typeface="Arial" panose="020B0604020202020204" pitchFamily="34" charset="0"/>
              </a:rPr>
              <a:t>SQL</a:t>
            </a:r>
          </a:p>
          <a:p>
            <a:pPr marL="358775" indent="-358775">
              <a:lnSpc>
                <a:spcPct val="120000"/>
              </a:lnSpc>
            </a:pPr>
            <a:r>
              <a:rPr lang="hu-HU" noProof="1">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3827528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Számozás</a:t>
            </a:r>
          </a:p>
        </p:txBody>
      </p:sp>
      <p:sp>
        <p:nvSpPr>
          <p:cNvPr id="7" name="Tartalom helye 5">
            <a:extLst>
              <a:ext uri="{FF2B5EF4-FFF2-40B4-BE49-F238E27FC236}">
                <a16:creationId xmlns:a16="http://schemas.microsoft.com/office/drawing/2014/main" id="{8DF3F15E-05D4-A314-72C9-923BC9B41D29}"/>
              </a:ext>
            </a:extLst>
          </p:cNvPr>
          <p:cNvSpPr txBox="1">
            <a:spLocks/>
          </p:cNvSpPr>
          <p:nvPr/>
        </p:nvSpPr>
        <p:spPr>
          <a:xfrm>
            <a:off x="1800000" y="3060000"/>
            <a:ext cx="5160963"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hu-HU" sz="2600">
                <a:solidFill>
                  <a:srgbClr val="FF0000"/>
                </a:solidFill>
                <a:highlight>
                  <a:srgbClr val="FFFFFF"/>
                </a:highlight>
                <a:latin typeface="Consolas" panose="020B0609020204030204" pitchFamily="49" charset="0"/>
              </a:rPr>
              <a:t>&lt;</a:t>
            </a:r>
            <a:r>
              <a:rPr lang="hu-HU" sz="2600" noProof="1">
                <a:solidFill>
                  <a:srgbClr val="FF0000"/>
                </a:solidFill>
                <a:highlight>
                  <a:srgbClr val="FFFFFF"/>
                </a:highlight>
                <a:latin typeface="Consolas" panose="020B0609020204030204" pitchFamily="49" charset="0"/>
              </a:rPr>
              <a:t>o</a:t>
            </a:r>
            <a:r>
              <a:rPr lang="en-US" sz="2600" noProof="1">
                <a:solidFill>
                  <a:srgbClr val="FF0000"/>
                </a:solidFill>
                <a:highlight>
                  <a:srgbClr val="FFFFFF"/>
                </a:highlight>
                <a:latin typeface="Consolas" panose="020B0609020204030204" pitchFamily="49" charset="0"/>
              </a:rPr>
              <a:t>l</a:t>
            </a:r>
            <a:r>
              <a:rPr lang="hu-HU" sz="2600">
                <a:solidFill>
                  <a:srgbClr val="FF0000"/>
                </a:solidFill>
                <a:highlight>
                  <a:srgbClr val="FFFFFF"/>
                </a:highlight>
                <a:latin typeface="Consolas" panose="020B0609020204030204" pitchFamily="49" charset="0"/>
              </a:rPr>
              <a:t>&gt;</a:t>
            </a:r>
            <a:endParaRPr lang="hu-HU" sz="2600" b="1">
              <a:solidFill>
                <a:srgbClr val="FF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HTML</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CSS</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SQL</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0">
                <a:solidFill>
                  <a:srgbClr val="FF0000"/>
                </a:solidFill>
                <a:highlight>
                  <a:srgbClr val="FFFFFF"/>
                </a:highlight>
                <a:latin typeface="Consolas" panose="020B0609020204030204" pitchFamily="49" charset="0"/>
              </a:rPr>
              <a:t>&lt;/</a:t>
            </a:r>
            <a:r>
              <a:rPr lang="hu-HU" sz="2600" b="0" noProof="1">
                <a:solidFill>
                  <a:srgbClr val="FF0000"/>
                </a:solidFill>
                <a:highlight>
                  <a:srgbClr val="FFFFFF"/>
                </a:highlight>
                <a:latin typeface="Consolas" panose="020B0609020204030204" pitchFamily="49" charset="0"/>
              </a:rPr>
              <a:t>o</a:t>
            </a:r>
            <a:r>
              <a:rPr lang="en-US" sz="2600" b="0" noProof="1">
                <a:solidFill>
                  <a:srgbClr val="FF0000"/>
                </a:solidFill>
                <a:highlight>
                  <a:srgbClr val="FFFFFF"/>
                </a:highlight>
                <a:latin typeface="Consolas" panose="020B0609020204030204" pitchFamily="49" charset="0"/>
              </a:rPr>
              <a:t>l</a:t>
            </a:r>
            <a:r>
              <a:rPr lang="hu-HU" sz="2600" b="0">
                <a:solidFill>
                  <a:srgbClr val="FF0000"/>
                </a:solidFill>
                <a:highlight>
                  <a:srgbClr val="FFFFFF"/>
                </a:highlight>
                <a:latin typeface="Consolas" panose="020B0609020204030204" pitchFamily="49" charset="0"/>
              </a:rPr>
              <a:t>&gt;</a:t>
            </a:r>
            <a:endParaRPr lang="hu-HU" sz="2600" b="1">
              <a:solidFill>
                <a:srgbClr val="FF0000"/>
              </a:solidFill>
              <a:highlight>
                <a:srgbClr val="FFFFFF"/>
              </a:highlight>
              <a:latin typeface="Consolas" panose="020B0609020204030204" pitchFamily="49" charset="0"/>
            </a:endParaRP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indent="-358775">
              <a:lnSpc>
                <a:spcPct val="120000"/>
              </a:lnSpc>
            </a:pPr>
            <a:r>
              <a:rPr lang="hu-HU" noProof="1">
                <a:latin typeface="Arial" panose="020B0604020202020204" pitchFamily="34" charset="0"/>
                <a:cs typeface="Arial" panose="020B0604020202020204" pitchFamily="34" charset="0"/>
              </a:rPr>
              <a:t>HTML</a:t>
            </a:r>
          </a:p>
          <a:p>
            <a:pPr marL="358775" indent="-358775">
              <a:lnSpc>
                <a:spcPct val="120000"/>
              </a:lnSpc>
            </a:pPr>
            <a:r>
              <a:rPr lang="hu-HU" noProof="1">
                <a:latin typeface="Arial" panose="020B0604020202020204" pitchFamily="34" charset="0"/>
                <a:cs typeface="Arial" panose="020B0604020202020204" pitchFamily="34" charset="0"/>
              </a:rPr>
              <a:t>CSS</a:t>
            </a:r>
          </a:p>
          <a:p>
            <a:pPr marL="358775" indent="-358775">
              <a:lnSpc>
                <a:spcPct val="120000"/>
              </a:lnSpc>
            </a:pPr>
            <a:r>
              <a:rPr lang="hu-HU" noProof="1">
                <a:latin typeface="Arial" panose="020B0604020202020204" pitchFamily="34" charset="0"/>
                <a:cs typeface="Arial" panose="020B0604020202020204" pitchFamily="34" charset="0"/>
              </a:rPr>
              <a:t>SQL</a:t>
            </a:r>
          </a:p>
          <a:p>
            <a:pPr marL="358775" indent="-358775">
              <a:lnSpc>
                <a:spcPct val="120000"/>
              </a:lnSpc>
            </a:pPr>
            <a:r>
              <a:rPr lang="hu-HU" noProof="1">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231041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hu-HU" sz="6000" b="1">
                <a:solidFill>
                  <a:srgbClr val="FFFFFF"/>
                </a:solidFill>
              </a:rPr>
              <a:t>Számozás</a:t>
            </a:r>
          </a:p>
        </p:txBody>
      </p:sp>
      <p:sp>
        <p:nvSpPr>
          <p:cNvPr id="7" name="Tartalom helye 5">
            <a:extLst>
              <a:ext uri="{FF2B5EF4-FFF2-40B4-BE49-F238E27FC236}">
                <a16:creationId xmlns:a16="http://schemas.microsoft.com/office/drawing/2014/main" id="{8DF3F15E-05D4-A314-72C9-923BC9B41D29}"/>
              </a:ext>
            </a:extLst>
          </p:cNvPr>
          <p:cNvSpPr txBox="1">
            <a:spLocks/>
          </p:cNvSpPr>
          <p:nvPr/>
        </p:nvSpPr>
        <p:spPr>
          <a:xfrm>
            <a:off x="1800000" y="3060000"/>
            <a:ext cx="5160963" cy="35610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358775" algn="l"/>
              </a:tabLst>
            </a:pPr>
            <a:r>
              <a:rPr lang="hu-HU" sz="2600">
                <a:solidFill>
                  <a:srgbClr val="0000FF"/>
                </a:solidFill>
                <a:highlight>
                  <a:srgbClr val="FFFFFF"/>
                </a:highlight>
                <a:latin typeface="Consolas" panose="020B0609020204030204" pitchFamily="49" charset="0"/>
              </a:rPr>
              <a:t>&lt;</a:t>
            </a:r>
            <a:r>
              <a:rPr lang="hu-HU" sz="2600" noProof="1">
                <a:solidFill>
                  <a:srgbClr val="0000FF"/>
                </a:solidFill>
                <a:highlight>
                  <a:srgbClr val="FFFFFF"/>
                </a:highlight>
                <a:latin typeface="Consolas" panose="020B0609020204030204" pitchFamily="49" charset="0"/>
              </a:rPr>
              <a:t>o</a:t>
            </a:r>
            <a:r>
              <a:rPr lang="en-US" sz="2600" noProof="1">
                <a:solidFill>
                  <a:srgbClr val="0000FF"/>
                </a:solidFill>
                <a:highlight>
                  <a:srgbClr val="FFFFFF"/>
                </a:highlight>
                <a:latin typeface="Consolas" panose="020B0609020204030204" pitchFamily="49" charset="0"/>
              </a:rPr>
              <a:t>l</a:t>
            </a:r>
            <a:r>
              <a:rPr lang="hu-HU" sz="2600">
                <a:solidFill>
                  <a:srgbClr val="0000FF"/>
                </a:solidFill>
                <a:highlight>
                  <a:srgbClr val="FFFFFF"/>
                </a:highlight>
                <a:latin typeface="Consolas" panose="020B0609020204030204" pitchFamily="49" charset="0"/>
              </a:rPr>
              <a:t>&gt;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HTML</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CSS</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SQL</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1">
                <a:solidFill>
                  <a:srgbClr val="000000"/>
                </a:solidFill>
                <a:highlight>
                  <a:srgbClr val="FFFFFF"/>
                </a:highlight>
                <a:latin typeface="Consolas" panose="020B0609020204030204" pitchFamily="49" charset="0"/>
              </a:rPr>
              <a:t>	</a:t>
            </a:r>
            <a:r>
              <a:rPr lang="hu-HU" sz="2600" b="0">
                <a:solidFill>
                  <a:srgbClr val="0000FF"/>
                </a:solidFill>
                <a:highlight>
                  <a:srgbClr val="FFFFFF"/>
                </a:highlight>
                <a:latin typeface="Consolas" panose="020B0609020204030204" pitchFamily="49" charset="0"/>
              </a:rPr>
              <a:t>&lt;li&gt;</a:t>
            </a:r>
            <a:r>
              <a:rPr lang="hu-HU" sz="2600" b="1">
                <a:solidFill>
                  <a:srgbClr val="000000"/>
                </a:solidFill>
                <a:highlight>
                  <a:srgbClr val="FFFFFF"/>
                </a:highlight>
                <a:latin typeface="Consolas" panose="020B0609020204030204" pitchFamily="49" charset="0"/>
              </a:rPr>
              <a:t>C#</a:t>
            </a:r>
            <a:r>
              <a:rPr lang="hu-HU" sz="2600" b="0">
                <a:solidFill>
                  <a:srgbClr val="0000FF"/>
                </a:solidFill>
                <a:highlight>
                  <a:srgbClr val="FFFFFF"/>
                </a:highlight>
                <a:latin typeface="Consolas" panose="020B0609020204030204" pitchFamily="49" charset="0"/>
              </a:rPr>
              <a:t>&lt;/li&gt;</a:t>
            </a:r>
            <a:endParaRPr lang="hu-HU" sz="2600" b="1">
              <a:solidFill>
                <a:srgbClr val="000000"/>
              </a:solidFill>
              <a:highlight>
                <a:srgbClr val="FFFFFF"/>
              </a:highlight>
              <a:latin typeface="Consolas" panose="020B0609020204030204" pitchFamily="49" charset="0"/>
            </a:endParaRPr>
          </a:p>
          <a:p>
            <a:pPr marL="0" indent="0">
              <a:buNone/>
              <a:tabLst>
                <a:tab pos="358775" algn="l"/>
              </a:tabLst>
            </a:pPr>
            <a:r>
              <a:rPr lang="hu-HU" sz="2600" b="0">
                <a:solidFill>
                  <a:srgbClr val="0000FF"/>
                </a:solidFill>
                <a:highlight>
                  <a:srgbClr val="FFFFFF"/>
                </a:highlight>
                <a:latin typeface="Consolas" panose="020B0609020204030204" pitchFamily="49" charset="0"/>
              </a:rPr>
              <a:t>&lt;/</a:t>
            </a:r>
            <a:r>
              <a:rPr lang="hu-HU" sz="2600" b="0" noProof="1">
                <a:solidFill>
                  <a:srgbClr val="0000FF"/>
                </a:solidFill>
                <a:highlight>
                  <a:srgbClr val="FFFFFF"/>
                </a:highlight>
                <a:latin typeface="Consolas" panose="020B0609020204030204" pitchFamily="49" charset="0"/>
              </a:rPr>
              <a:t>o</a:t>
            </a:r>
            <a:r>
              <a:rPr lang="en-US" sz="2600" b="0" noProof="1">
                <a:solidFill>
                  <a:srgbClr val="0000FF"/>
                </a:solidFill>
                <a:highlight>
                  <a:srgbClr val="FFFFFF"/>
                </a:highlight>
                <a:latin typeface="Consolas" panose="020B0609020204030204" pitchFamily="49" charset="0"/>
              </a:rPr>
              <a:t>l</a:t>
            </a:r>
            <a:r>
              <a:rPr lang="hu-HU" sz="2600" b="0">
                <a:solidFill>
                  <a:srgbClr val="0000FF"/>
                </a:solidFill>
                <a:highlight>
                  <a:srgbClr val="FFFFFF"/>
                </a:highlight>
                <a:latin typeface="Consolas" panose="020B0609020204030204" pitchFamily="49" charset="0"/>
              </a:rPr>
              <a:t>&gt;</a:t>
            </a:r>
            <a:endParaRPr lang="hu-HU" sz="2600" b="1">
              <a:highlight>
                <a:srgbClr val="FFFFFF"/>
              </a:highlight>
              <a:latin typeface="Consolas" panose="020B0609020204030204" pitchFamily="49" charset="0"/>
            </a:endParaRPr>
          </a:p>
        </p:txBody>
      </p:sp>
      <p:sp>
        <p:nvSpPr>
          <p:cNvPr id="9" name="Tartalom helye 7">
            <a:extLst>
              <a:ext uri="{FF2B5EF4-FFF2-40B4-BE49-F238E27FC236}">
                <a16:creationId xmlns:a16="http://schemas.microsoft.com/office/drawing/2014/main" id="{3EEBD570-7064-CF7B-CF12-068CE9B4BD6B}"/>
              </a:ext>
            </a:extLst>
          </p:cNvPr>
          <p:cNvSpPr txBox="1">
            <a:spLocks/>
          </p:cNvSpPr>
          <p:nvPr/>
        </p:nvSpPr>
        <p:spPr>
          <a:xfrm>
            <a:off x="6172200" y="2978923"/>
            <a:ext cx="5183188" cy="32107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r>
              <a:rPr lang="hu-HU" noProof="1">
                <a:latin typeface="Arial" panose="020B0604020202020204" pitchFamily="34" charset="0"/>
                <a:cs typeface="Arial" panose="020B0604020202020204" pitchFamily="34" charset="0"/>
              </a:rPr>
              <a:t>HTML</a:t>
            </a:r>
          </a:p>
          <a:p>
            <a:pPr marL="514350" indent="-514350">
              <a:lnSpc>
                <a:spcPct val="120000"/>
              </a:lnSpc>
              <a:buFont typeface="+mj-lt"/>
              <a:buAutoNum type="arabicPeriod"/>
            </a:pPr>
            <a:r>
              <a:rPr lang="hu-HU" noProof="1">
                <a:latin typeface="Arial" panose="020B0604020202020204" pitchFamily="34" charset="0"/>
                <a:cs typeface="Arial" panose="020B0604020202020204" pitchFamily="34" charset="0"/>
              </a:rPr>
              <a:t>CSS</a:t>
            </a:r>
          </a:p>
          <a:p>
            <a:pPr marL="514350" indent="-514350">
              <a:lnSpc>
                <a:spcPct val="120000"/>
              </a:lnSpc>
              <a:buFont typeface="+mj-lt"/>
              <a:buAutoNum type="arabicPeriod"/>
            </a:pPr>
            <a:r>
              <a:rPr lang="hu-HU" noProof="1">
                <a:latin typeface="Arial" panose="020B0604020202020204" pitchFamily="34" charset="0"/>
                <a:cs typeface="Arial" panose="020B0604020202020204" pitchFamily="34" charset="0"/>
              </a:rPr>
              <a:t>SQL</a:t>
            </a:r>
          </a:p>
          <a:p>
            <a:pPr marL="514350" indent="-514350">
              <a:lnSpc>
                <a:spcPct val="120000"/>
              </a:lnSpc>
              <a:buFont typeface="+mj-lt"/>
              <a:buAutoNum type="arabicPeriod"/>
            </a:pPr>
            <a:r>
              <a:rPr lang="hu-HU" noProof="1">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14060083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CB6C291-6CAF-46DF-ACFF-AADF0FD0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1EBADBCA-DA20-4279-93C6-011DEF18AA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42953" t="3964" b="3964"/>
          <a:stretch>
            <a:fillRect/>
          </a:stretch>
        </p:blipFill>
        <p:spPr>
          <a:xfrm>
            <a:off x="0" y="1"/>
            <a:ext cx="7554138" cy="6857999"/>
          </a:xfrm>
          <a:custGeom>
            <a:avLst/>
            <a:gdLst>
              <a:gd name="connsiteX0" fmla="*/ 0 w 7554138"/>
              <a:gd name="connsiteY0" fmla="*/ 0 h 6857999"/>
              <a:gd name="connsiteX1" fmla="*/ 7554138 w 7554138"/>
              <a:gd name="connsiteY1" fmla="*/ 0 h 6857999"/>
              <a:gd name="connsiteX2" fmla="*/ 7554138 w 7554138"/>
              <a:gd name="connsiteY2" fmla="*/ 6857999 h 6857999"/>
              <a:gd name="connsiteX3" fmla="*/ 0 w 755413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7554138" h="6857999">
                <a:moveTo>
                  <a:pt x="0" y="0"/>
                </a:moveTo>
                <a:lnTo>
                  <a:pt x="7554138" y="0"/>
                </a:lnTo>
                <a:lnTo>
                  <a:pt x="7554138" y="6857999"/>
                </a:lnTo>
                <a:lnTo>
                  <a:pt x="0" y="6857999"/>
                </a:lnTo>
                <a:close/>
              </a:path>
            </a:pathLst>
          </a:cu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640080" y="1243013"/>
            <a:ext cx="3855720" cy="4371974"/>
          </a:xfrm>
        </p:spPr>
        <p:txBody>
          <a:bodyPr>
            <a:normAutofit/>
          </a:bodyPr>
          <a:lstStyle/>
          <a:p>
            <a:pPr algn="ctr"/>
            <a:r>
              <a:rPr lang="hu-HU" sz="6000" b="1">
                <a:solidFill>
                  <a:srgbClr val="FFFFFF"/>
                </a:solidFill>
              </a:rPr>
              <a:t>Táblázat</a:t>
            </a:r>
          </a:p>
        </p:txBody>
      </p:sp>
      <p:sp>
        <p:nvSpPr>
          <p:cNvPr id="19" name="Rectangle 18">
            <a:extLst>
              <a:ext uri="{FF2B5EF4-FFF2-40B4-BE49-F238E27FC236}">
                <a16:creationId xmlns:a16="http://schemas.microsoft.com/office/drawing/2014/main" id="{4735DC46-5663-471D-AADB-81E00E65B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850" y="0"/>
            <a:ext cx="539115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059842"/>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Téma</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Pont</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WEB</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60</a:t>
            </a:r>
            <a:endParaRPr lang="hu-HU" sz="2000" b="1" noProof="1">
              <a:solidFill>
                <a:srgbClr val="0000FF"/>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SQL</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PROG</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noProof="1">
              <a:solidFill>
                <a:srgbClr val="FF0000"/>
              </a:solidFill>
              <a:highlight>
                <a:srgbClr val="FFFFFF"/>
              </a:highlight>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827085069"/>
              </p:ext>
            </p:extLst>
          </p:nvPr>
        </p:nvGraphicFramePr>
        <p:xfrm>
          <a:off x="6095999" y="2280816"/>
          <a:ext cx="5423732" cy="574091"/>
        </p:xfrm>
        <a:graphic>
          <a:graphicData uri="http://schemas.openxmlformats.org/drawingml/2006/table">
            <a:tbl>
              <a:tblPr firstRow="1" bandRow="1">
                <a:tableStyleId>{2D5ABB26-0587-4C30-8999-92F81FD0307C}</a:tableStyleId>
              </a:tblPr>
              <a:tblGrid>
                <a:gridCol w="5423732">
                  <a:extLst>
                    <a:ext uri="{9D8B030D-6E8A-4147-A177-3AD203B41FA5}">
                      <a16:colId xmlns:a16="http://schemas.microsoft.com/office/drawing/2014/main" val="4057089482"/>
                    </a:ext>
                  </a:extLst>
                </a:gridCol>
              </a:tblGrid>
              <a:tr h="574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2800" b="0"/>
                        <a:t>Téma Pont </a:t>
                      </a:r>
                      <a:r>
                        <a:rPr lang="hu-HU" sz="2800"/>
                        <a:t>WEB 60 SQL 20 </a:t>
                      </a:r>
                      <a:r>
                        <a:rPr lang="hu-HU" sz="2800" noProof="1"/>
                        <a:t>PROG 20</a:t>
                      </a:r>
                    </a:p>
                  </a:txBody>
                  <a:tcPr anchor="ct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7901159"/>
                  </a:ext>
                </a:extLst>
              </a:tr>
            </a:tbl>
          </a:graphicData>
        </a:graphic>
      </p:graphicFrame>
      <p:sp>
        <p:nvSpPr>
          <p:cNvPr id="3" name="Gondolatbuborék: felhő 2">
            <a:extLst>
              <a:ext uri="{FF2B5EF4-FFF2-40B4-BE49-F238E27FC236}">
                <a16:creationId xmlns:a16="http://schemas.microsoft.com/office/drawing/2014/main" id="{8E6A661D-6CB6-9ED3-1ABA-B9ABBE615D54}"/>
              </a:ext>
            </a:extLst>
          </p:cNvPr>
          <p:cNvSpPr/>
          <p:nvPr/>
        </p:nvSpPr>
        <p:spPr>
          <a:xfrm>
            <a:off x="3103124" y="209963"/>
            <a:ext cx="2563238" cy="1372461"/>
          </a:xfrm>
          <a:prstGeom prst="cloudCallout">
            <a:avLst>
              <a:gd name="adj1" fmla="val -80192"/>
              <a:gd name="adj2" fmla="val 26758"/>
            </a:avLst>
          </a:prstGeom>
          <a:ln w="2857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hu-HU" sz="2200" b="1">
                <a:solidFill>
                  <a:schemeClr val="tx1"/>
                </a:solidFill>
                <a:latin typeface="Consolas" panose="020B0609020204030204" pitchFamily="49" charset="0"/>
              </a:rPr>
              <a:t>Forráskód</a:t>
            </a:r>
          </a:p>
        </p:txBody>
      </p:sp>
      <p:sp>
        <p:nvSpPr>
          <p:cNvPr id="4" name="Gondolatbuborék: felhő 3">
            <a:extLst>
              <a:ext uri="{FF2B5EF4-FFF2-40B4-BE49-F238E27FC236}">
                <a16:creationId xmlns:a16="http://schemas.microsoft.com/office/drawing/2014/main" id="{65AFE864-061D-F89D-019E-6B5287DDD95A}"/>
              </a:ext>
            </a:extLst>
          </p:cNvPr>
          <p:cNvSpPr/>
          <p:nvPr/>
        </p:nvSpPr>
        <p:spPr>
          <a:xfrm>
            <a:off x="7936344" y="3452535"/>
            <a:ext cx="2707533" cy="1372461"/>
          </a:xfrm>
          <a:prstGeom prst="cloudCallout">
            <a:avLst>
              <a:gd name="adj1" fmla="val -49534"/>
              <a:gd name="adj2" fmla="val -84877"/>
            </a:avLst>
          </a:prstGeom>
          <a:ln w="285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hu-HU" sz="2000" b="1">
                <a:latin typeface="Arial" panose="020B0604020202020204" pitchFamily="34" charset="0"/>
                <a:cs typeface="Arial" panose="020B0604020202020204" pitchFamily="34" charset="0"/>
              </a:rPr>
              <a:t>Megjelenítés</a:t>
            </a:r>
          </a:p>
        </p:txBody>
      </p:sp>
    </p:spTree>
    <p:extLst>
      <p:ext uri="{BB962C8B-B14F-4D97-AF65-F5344CB8AC3E}">
        <p14:creationId xmlns:p14="http://schemas.microsoft.com/office/powerpoint/2010/main" val="3733688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Téma</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Pont</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WEB</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60</a:t>
            </a:r>
            <a:endParaRPr lang="hu-HU" sz="2000" b="1" noProof="1">
              <a:solidFill>
                <a:srgbClr val="0000FF"/>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SQL</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PROG</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5" name="Táblázat 2">
            <a:extLst>
              <a:ext uri="{FF2B5EF4-FFF2-40B4-BE49-F238E27FC236}">
                <a16:creationId xmlns:a16="http://schemas.microsoft.com/office/drawing/2014/main" id="{27EDF114-E29B-71D4-AD17-E21C0C73940A}"/>
              </a:ext>
            </a:extLst>
          </p:cNvPr>
          <p:cNvGraphicFramePr>
            <a:graphicFrameLocks noGrp="1"/>
          </p:cNvGraphicFramePr>
          <p:nvPr>
            <p:ph sz="quarter" idx="4"/>
            <p:extLst>
              <p:ext uri="{D42A27DB-BD31-4B8C-83A1-F6EECF244321}">
                <p14:modId xmlns:p14="http://schemas.microsoft.com/office/powerpoint/2010/main" val="1906008195"/>
              </p:ext>
            </p:extLst>
          </p:nvPr>
        </p:nvGraphicFramePr>
        <p:xfrm>
          <a:off x="6095999" y="2280816"/>
          <a:ext cx="5492098" cy="574091"/>
        </p:xfrm>
        <a:graphic>
          <a:graphicData uri="http://schemas.openxmlformats.org/drawingml/2006/table">
            <a:tbl>
              <a:tblPr firstRow="1" bandRow="1">
                <a:tableStyleId>{2D5ABB26-0587-4C30-8999-92F81FD0307C}</a:tableStyleId>
              </a:tblPr>
              <a:tblGrid>
                <a:gridCol w="5492098">
                  <a:extLst>
                    <a:ext uri="{9D8B030D-6E8A-4147-A177-3AD203B41FA5}">
                      <a16:colId xmlns:a16="http://schemas.microsoft.com/office/drawing/2014/main" val="4057089482"/>
                    </a:ext>
                  </a:extLst>
                </a:gridCol>
              </a:tblGrid>
              <a:tr h="574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2800" b="0"/>
                        <a:t>Téma Pont </a:t>
                      </a:r>
                      <a:r>
                        <a:rPr lang="hu-HU" sz="2800"/>
                        <a:t>WEB 60 SQL 20 </a:t>
                      </a:r>
                      <a:r>
                        <a:rPr lang="hu-HU" sz="2800" noProof="1"/>
                        <a:t>PROG 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bl>
          </a:graphicData>
        </a:graphic>
      </p:graphicFrame>
    </p:spTree>
    <p:extLst>
      <p:ext uri="{BB962C8B-B14F-4D97-AF65-F5344CB8AC3E}">
        <p14:creationId xmlns:p14="http://schemas.microsoft.com/office/powerpoint/2010/main" val="2736688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&lt;tr&gt;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Téma</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Pont</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&lt;/tr&gt;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&lt;tr&gt;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WEB</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60</a:t>
            </a:r>
            <a:endParaRPr lang="hu-HU" sz="2000" b="1" noProof="1">
              <a:solidFill>
                <a:srgbClr val="0000FF"/>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&lt;/tr&gt;	</a:t>
            </a:r>
          </a:p>
          <a:p>
            <a:pPr marL="0" indent="0">
              <a:lnSpc>
                <a:spcPct val="110000"/>
              </a:lnSpc>
              <a:spcBef>
                <a:spcPts val="0"/>
              </a:spcBef>
              <a:buNone/>
              <a:tabLst>
                <a:tab pos="358775" algn="l"/>
                <a:tab pos="717550" algn="l"/>
              </a:tabLst>
            </a:pPr>
            <a:r>
              <a:rPr lang="hu-HU" sz="2000" b="1" noProof="1">
                <a:solidFill>
                  <a:srgbClr val="FF0000"/>
                </a:solidFill>
                <a:highlight>
                  <a:srgbClr val="FFFFFF"/>
                </a:highlight>
                <a:latin typeface="Consolas" panose="020B0609020204030204" pitchFamily="49" charset="0"/>
              </a:rPr>
              <a:t>	&lt;tr&gt;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SQL</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&lt;/tr&gt;</a:t>
            </a:r>
          </a:p>
          <a:p>
            <a:pPr marL="0" indent="0">
              <a:lnSpc>
                <a:spcPct val="110000"/>
              </a:lnSpc>
              <a:spcBef>
                <a:spcPts val="0"/>
              </a:spcBef>
              <a:buNone/>
              <a:tabLst>
                <a:tab pos="358775" algn="l"/>
                <a:tab pos="717550" algn="l"/>
              </a:tabLst>
            </a:pPr>
            <a:r>
              <a:rPr lang="hu-HU" sz="2000" b="1" noProof="1">
                <a:solidFill>
                  <a:srgbClr val="FF0000"/>
                </a:solidFill>
                <a:highlight>
                  <a:srgbClr val="FFFFFF"/>
                </a:highlight>
                <a:latin typeface="Consolas" panose="020B0609020204030204" pitchFamily="49" charset="0"/>
              </a:rPr>
              <a:t>	&lt;tr&gt;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PROG</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&lt;/tr&gt;</a:t>
            </a: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1368872509"/>
              </p:ext>
            </p:extLst>
          </p:nvPr>
        </p:nvGraphicFramePr>
        <p:xfrm>
          <a:off x="6095999" y="2280816"/>
          <a:ext cx="5492098" cy="574091"/>
        </p:xfrm>
        <a:graphic>
          <a:graphicData uri="http://schemas.openxmlformats.org/drawingml/2006/table">
            <a:tbl>
              <a:tblPr firstRow="1" bandRow="1">
                <a:tableStyleId>{2D5ABB26-0587-4C30-8999-92F81FD0307C}</a:tableStyleId>
              </a:tblPr>
              <a:tblGrid>
                <a:gridCol w="5492098">
                  <a:extLst>
                    <a:ext uri="{9D8B030D-6E8A-4147-A177-3AD203B41FA5}">
                      <a16:colId xmlns:a16="http://schemas.microsoft.com/office/drawing/2014/main" val="4057089482"/>
                    </a:ext>
                  </a:extLst>
                </a:gridCol>
              </a:tblGrid>
              <a:tr h="574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2800" b="0"/>
                        <a:t>Téma Pont </a:t>
                      </a:r>
                      <a:r>
                        <a:rPr lang="hu-HU" sz="2800"/>
                        <a:t>WEB 60 SQL 20 </a:t>
                      </a:r>
                      <a:r>
                        <a:rPr lang="hu-HU" sz="2800" noProof="1"/>
                        <a:t>PROG 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bl>
          </a:graphicData>
        </a:graphic>
      </p:graphicFrame>
      <p:sp>
        <p:nvSpPr>
          <p:cNvPr id="3" name="Gondolatbuborék: felhő 2">
            <a:extLst>
              <a:ext uri="{FF2B5EF4-FFF2-40B4-BE49-F238E27FC236}">
                <a16:creationId xmlns:a16="http://schemas.microsoft.com/office/drawing/2014/main" id="{CCEB4996-A4D1-28AF-157C-B9F9289ED4AF}"/>
              </a:ext>
            </a:extLst>
          </p:cNvPr>
          <p:cNvSpPr/>
          <p:nvPr/>
        </p:nvSpPr>
        <p:spPr>
          <a:xfrm>
            <a:off x="2899027" y="125960"/>
            <a:ext cx="3295400" cy="1570200"/>
          </a:xfrm>
          <a:prstGeom prst="cloudCallout">
            <a:avLst>
              <a:gd name="adj1" fmla="val -77949"/>
              <a:gd name="adj2" fmla="val 2133"/>
            </a:avLst>
          </a:prstGeom>
          <a:solidFill>
            <a:srgbClr val="FF0000"/>
          </a:solidFill>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Sorok</a:t>
            </a:r>
          </a:p>
        </p:txBody>
      </p:sp>
    </p:spTree>
    <p:extLst>
      <p:ext uri="{BB962C8B-B14F-4D97-AF65-F5344CB8AC3E}">
        <p14:creationId xmlns:p14="http://schemas.microsoft.com/office/powerpoint/2010/main" val="31018174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Téma</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Pont</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WEB</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60</a:t>
            </a:r>
            <a:endParaRPr lang="hu-HU" sz="2000" b="1" noProof="1">
              <a:solidFill>
                <a:srgbClr val="0000FF"/>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SQL</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PROG</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20</a:t>
            </a:r>
            <a:endParaRPr lang="hu-HU" sz="2000" b="1"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3096471679"/>
              </p:ext>
            </p:extLst>
          </p:nvPr>
        </p:nvGraphicFramePr>
        <p:xfrm>
          <a:off x="6095999" y="2280816"/>
          <a:ext cx="5160963" cy="2296367"/>
        </p:xfrm>
        <a:graphic>
          <a:graphicData uri="http://schemas.openxmlformats.org/drawingml/2006/table">
            <a:tbl>
              <a:tblPr firstRow="1" bandRow="1">
                <a:tableStyleId>{2D5ABB26-0587-4C30-8999-92F81FD0307C}</a:tableStyleId>
              </a:tblPr>
              <a:tblGrid>
                <a:gridCol w="5160963">
                  <a:extLst>
                    <a:ext uri="{9D8B030D-6E8A-4147-A177-3AD203B41FA5}">
                      <a16:colId xmlns:a16="http://schemas.microsoft.com/office/drawing/2014/main" val="4057089482"/>
                    </a:ext>
                  </a:extLst>
                </a:gridCol>
              </a:tblGrid>
              <a:tr h="574091">
                <a:tc>
                  <a:txBody>
                    <a:bodyPr/>
                    <a:lstStyle/>
                    <a:p>
                      <a:r>
                        <a:rPr lang="hu-HU" sz="2800" b="0"/>
                        <a:t>Téma Pont</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 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 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 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Tree>
    <p:extLst>
      <p:ext uri="{BB962C8B-B14F-4D97-AF65-F5344CB8AC3E}">
        <p14:creationId xmlns:p14="http://schemas.microsoft.com/office/powerpoint/2010/main" val="21708550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Téma</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Pont</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FF0000"/>
                </a:solidFill>
                <a:highlight>
                  <a:srgbClr val="FFFFFF"/>
                </a:highlight>
                <a:latin typeface="Consolas" panose="020B0609020204030204" pitchFamily="49" charset="0"/>
              </a:rPr>
              <a:t>&lt;/td&gt;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23050766"/>
              </p:ext>
            </p:extLst>
          </p:nvPr>
        </p:nvGraphicFramePr>
        <p:xfrm>
          <a:off x="6095999" y="2280816"/>
          <a:ext cx="5160963" cy="2296367"/>
        </p:xfrm>
        <a:graphic>
          <a:graphicData uri="http://schemas.openxmlformats.org/drawingml/2006/table">
            <a:tbl>
              <a:tblPr firstRow="1" bandRow="1">
                <a:tableStyleId>{2D5ABB26-0587-4C30-8999-92F81FD0307C}</a:tableStyleId>
              </a:tblPr>
              <a:tblGrid>
                <a:gridCol w="5160963">
                  <a:extLst>
                    <a:ext uri="{9D8B030D-6E8A-4147-A177-3AD203B41FA5}">
                      <a16:colId xmlns:a16="http://schemas.microsoft.com/office/drawing/2014/main" val="4057089482"/>
                    </a:ext>
                  </a:extLst>
                </a:gridCol>
              </a:tblGrid>
              <a:tr h="574091">
                <a:tc>
                  <a:txBody>
                    <a:bodyPr/>
                    <a:lstStyle/>
                    <a:p>
                      <a:r>
                        <a:rPr lang="hu-HU" sz="2800" b="0"/>
                        <a:t>Téma Pont</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 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 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 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
        <p:nvSpPr>
          <p:cNvPr id="4" name="Gondolatbuborék: felhő 3">
            <a:extLst>
              <a:ext uri="{FF2B5EF4-FFF2-40B4-BE49-F238E27FC236}">
                <a16:creationId xmlns:a16="http://schemas.microsoft.com/office/drawing/2014/main" id="{A9AFB532-3788-D90C-1FF1-4DE84DE8A972}"/>
              </a:ext>
            </a:extLst>
          </p:cNvPr>
          <p:cNvSpPr/>
          <p:nvPr/>
        </p:nvSpPr>
        <p:spPr>
          <a:xfrm>
            <a:off x="4266811" y="0"/>
            <a:ext cx="3295400" cy="1570200"/>
          </a:xfrm>
          <a:prstGeom prst="cloudCallout">
            <a:avLst>
              <a:gd name="adj1" fmla="val -68095"/>
              <a:gd name="adj2" fmla="val 51115"/>
            </a:avLst>
          </a:prstGeom>
          <a:solidFill>
            <a:srgbClr val="FF0000"/>
          </a:solidFill>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Oszlopok</a:t>
            </a:r>
          </a:p>
        </p:txBody>
      </p:sp>
    </p:spTree>
    <p:extLst>
      <p:ext uri="{BB962C8B-B14F-4D97-AF65-F5344CB8AC3E}">
        <p14:creationId xmlns:p14="http://schemas.microsoft.com/office/powerpoint/2010/main" val="2022295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Téma</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Pont</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2797198721"/>
              </p:ext>
            </p:extLst>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a:txBody>
                    <a:bodyPr/>
                    <a:lstStyle/>
                    <a:p>
                      <a:pPr algn="l"/>
                      <a:r>
                        <a:rPr lang="hu-HU" sz="2800" b="0"/>
                        <a:t>Téma</a:t>
                      </a:r>
                      <a:endParaRPr lang="hu-HU" sz="2800" b="0"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a:r>
                        <a:rPr lang="hu-HU" sz="2800" b="0"/>
                        <a:t>Pont</a:t>
                      </a:r>
                      <a:endParaRPr lang="hu-HU" sz="2800" b="0"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Tree>
    <p:extLst>
      <p:ext uri="{BB962C8B-B14F-4D97-AF65-F5344CB8AC3E}">
        <p14:creationId xmlns:p14="http://schemas.microsoft.com/office/powerpoint/2010/main" val="35947291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&lt;th&gt;</a:t>
            </a:r>
            <a:r>
              <a:rPr lang="hu-HU" sz="2000" b="1" noProof="1">
                <a:solidFill>
                  <a:srgbClr val="000000"/>
                </a:solidFill>
                <a:highlight>
                  <a:srgbClr val="FFFFFF"/>
                </a:highlight>
                <a:latin typeface="Consolas" panose="020B0609020204030204" pitchFamily="49" charset="0"/>
              </a:rPr>
              <a:t>Téma</a:t>
            </a:r>
            <a:r>
              <a:rPr lang="hu-HU" sz="2000" b="1" noProof="1">
                <a:solidFill>
                  <a:srgbClr val="FF0000"/>
                </a:solidFill>
                <a:highlight>
                  <a:srgbClr val="FFFFFF"/>
                </a:highlight>
                <a:latin typeface="Consolas" panose="020B0609020204030204" pitchFamily="49" charset="0"/>
              </a:rPr>
              <a:t>&lt;/th&gt;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FF0000"/>
                </a:solidFill>
                <a:highlight>
                  <a:srgbClr val="FFFFFF"/>
                </a:highlight>
                <a:latin typeface="Consolas" panose="020B0609020204030204" pitchFamily="49" charset="0"/>
              </a:rPr>
              <a:t>&lt;th&gt;</a:t>
            </a:r>
            <a:r>
              <a:rPr lang="hu-HU" sz="2000" b="1" noProof="1">
                <a:solidFill>
                  <a:srgbClr val="000000"/>
                </a:solidFill>
                <a:highlight>
                  <a:srgbClr val="FFFFFF"/>
                </a:highlight>
                <a:latin typeface="Consolas" panose="020B0609020204030204" pitchFamily="49" charset="0"/>
              </a:rPr>
              <a:t>Pont</a:t>
            </a:r>
            <a:r>
              <a:rPr lang="hu-HU" sz="2000" b="1" noProof="1">
                <a:solidFill>
                  <a:srgbClr val="FF0000"/>
                </a:solidFill>
                <a:highlight>
                  <a:srgbClr val="FFFFFF"/>
                </a:highlight>
                <a:latin typeface="Consolas" panose="020B0609020204030204" pitchFamily="49" charset="0"/>
              </a:rPr>
              <a:t>&lt;/th&gt;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3535528006"/>
              </p:ext>
            </p:extLst>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a:txBody>
                    <a:bodyPr/>
                    <a:lstStyle/>
                    <a:p>
                      <a:pPr algn="l"/>
                      <a:r>
                        <a:rPr lang="hu-HU" sz="2800" b="0"/>
                        <a:t>Téma</a:t>
                      </a:r>
                      <a:endParaRPr lang="hu-HU" sz="2800" b="0"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a:r>
                        <a:rPr lang="hu-HU" sz="2800" b="0"/>
                        <a:t>Pont</a:t>
                      </a:r>
                      <a:endParaRPr lang="hu-HU" sz="2800" b="0"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
        <p:nvSpPr>
          <p:cNvPr id="3" name="Gondolatbuborék: felhő 2">
            <a:extLst>
              <a:ext uri="{FF2B5EF4-FFF2-40B4-BE49-F238E27FC236}">
                <a16:creationId xmlns:a16="http://schemas.microsoft.com/office/drawing/2014/main" id="{0832711A-DC59-8BF8-FB2C-5E9C42857C56}"/>
              </a:ext>
            </a:extLst>
          </p:cNvPr>
          <p:cNvSpPr/>
          <p:nvPr/>
        </p:nvSpPr>
        <p:spPr>
          <a:xfrm>
            <a:off x="6967282" y="151597"/>
            <a:ext cx="3295400" cy="1570200"/>
          </a:xfrm>
          <a:prstGeom prst="cloudCallout">
            <a:avLst>
              <a:gd name="adj1" fmla="val 1923"/>
              <a:gd name="adj2" fmla="val 102275"/>
            </a:avLst>
          </a:prstGeom>
          <a:solidFill>
            <a:srgbClr val="FF0000"/>
          </a:solidFill>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Fejléc cellák</a:t>
            </a:r>
          </a:p>
        </p:txBody>
      </p:sp>
    </p:spTree>
    <p:extLst>
      <p:ext uri="{BB962C8B-B14F-4D97-AF65-F5344CB8AC3E}">
        <p14:creationId xmlns:p14="http://schemas.microsoft.com/office/powerpoint/2010/main" val="26779659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&lt;th&gt;</a:t>
            </a:r>
            <a:r>
              <a:rPr lang="hu-HU" sz="2000" b="1" noProof="1">
                <a:solidFill>
                  <a:srgbClr val="000000"/>
                </a:solidFill>
                <a:highlight>
                  <a:srgbClr val="FFFFFF"/>
                </a:highlight>
                <a:latin typeface="Consolas" panose="020B0609020204030204" pitchFamily="49" charset="0"/>
              </a:rPr>
              <a:t>Téma</a:t>
            </a:r>
            <a:r>
              <a:rPr lang="hu-HU" sz="2000" b="1" noProof="1">
                <a:solidFill>
                  <a:srgbClr val="0000FF"/>
                </a:solidFill>
                <a:highlight>
                  <a:srgbClr val="FFFFFF"/>
                </a:highlight>
                <a:latin typeface="Consolas" panose="020B0609020204030204" pitchFamily="49" charset="0"/>
              </a:rPr>
              <a:t>&lt;/th&gt;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&lt;th&gt;</a:t>
            </a:r>
            <a:r>
              <a:rPr lang="hu-HU" sz="2000" b="1" noProof="1">
                <a:solidFill>
                  <a:srgbClr val="000000"/>
                </a:solidFill>
                <a:highlight>
                  <a:srgbClr val="FFFFFF"/>
                </a:highlight>
                <a:latin typeface="Consolas" panose="020B0609020204030204" pitchFamily="49" charset="0"/>
              </a:rPr>
              <a:t>Pont</a:t>
            </a:r>
            <a:r>
              <a:rPr lang="hu-HU" sz="2000" b="1" noProof="1">
                <a:solidFill>
                  <a:srgbClr val="0000FF"/>
                </a:solidFill>
                <a:highlight>
                  <a:srgbClr val="FFFFFF"/>
                </a:highlight>
                <a:latin typeface="Consolas" panose="020B0609020204030204" pitchFamily="49" charset="0"/>
              </a:rPr>
              <a:t>&lt;/th&gt;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3475257220"/>
              </p:ext>
            </p:extLst>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a:txBody>
                    <a:bodyPr/>
                    <a:lstStyle/>
                    <a:p>
                      <a:pPr algn="ctr"/>
                      <a:r>
                        <a:rPr lang="hu-HU" sz="2800" b="1"/>
                        <a:t>Téma</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hu-HU" sz="2800" b="1"/>
                        <a:t>Pont</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Tree>
    <p:extLst>
      <p:ext uri="{BB962C8B-B14F-4D97-AF65-F5344CB8AC3E}">
        <p14:creationId xmlns:p14="http://schemas.microsoft.com/office/powerpoint/2010/main" val="2029768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&lt;th </a:t>
            </a:r>
            <a:r>
              <a:rPr lang="hu-HU" sz="2000" b="1" noProof="1">
                <a:solidFill>
                  <a:srgbClr val="FF0000"/>
                </a:solidFill>
                <a:highlight>
                  <a:srgbClr val="FFFFFF"/>
                </a:highlight>
                <a:latin typeface="Consolas" panose="020B0609020204030204" pitchFamily="49" charset="0"/>
              </a:rPr>
              <a:t>colspan="2"</a:t>
            </a:r>
            <a:r>
              <a:rPr lang="hu-HU" sz="2000" b="1" noProof="1">
                <a:solidFill>
                  <a:srgbClr val="0000FF"/>
                </a:solidFill>
                <a:highlight>
                  <a:srgbClr val="FFFFFF"/>
                </a:highlight>
                <a:latin typeface="Consolas" panose="020B0609020204030204" pitchFamily="49" charset="0"/>
              </a:rPr>
              <a:t>&gt;</a:t>
            </a:r>
            <a:r>
              <a:rPr lang="hu-HU" sz="2000" b="1" noProof="1">
                <a:solidFill>
                  <a:srgbClr val="000000"/>
                </a:solidFill>
                <a:highlight>
                  <a:srgbClr val="FFFFFF"/>
                </a:highlight>
                <a:latin typeface="Consolas" panose="020B0609020204030204" pitchFamily="49" charset="0"/>
              </a:rPr>
              <a:t>Téma</a:t>
            </a:r>
            <a:r>
              <a:rPr lang="hu-HU" sz="2000" b="1" noProof="1">
                <a:solidFill>
                  <a:srgbClr val="0000FF"/>
                </a:solidFill>
                <a:highlight>
                  <a:srgbClr val="FFFFFF"/>
                </a:highlight>
                <a:latin typeface="Consolas" panose="020B0609020204030204" pitchFamily="49" charset="0"/>
              </a:rPr>
              <a:t>&lt;/th&gt;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strike="sngStrike" noProof="1">
                <a:solidFill>
                  <a:srgbClr val="FF0000"/>
                </a:solidFill>
                <a:highlight>
                  <a:srgbClr val="FFFFFF"/>
                </a:highlight>
                <a:latin typeface="Consolas" panose="020B0609020204030204" pitchFamily="49" charset="0"/>
              </a:rPr>
              <a:t>&lt;th&gt;Pont&lt;/th&gt;</a:t>
            </a:r>
            <a:endParaRPr lang="hu-HU" sz="2000" b="1" u="sng" strike="sngStrike" noProof="1">
              <a:solidFill>
                <a:srgbClr val="FF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a:txBody>
                    <a:bodyPr/>
                    <a:lstStyle/>
                    <a:p>
                      <a:pPr algn="ctr"/>
                      <a:r>
                        <a:rPr lang="hu-HU" sz="2800" b="1"/>
                        <a:t>Téma</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hu-HU" sz="2800" b="1"/>
                        <a:t>Pont</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
        <p:nvSpPr>
          <p:cNvPr id="3" name="Gondolatbuborék: felhő 2">
            <a:extLst>
              <a:ext uri="{FF2B5EF4-FFF2-40B4-BE49-F238E27FC236}">
                <a16:creationId xmlns:a16="http://schemas.microsoft.com/office/drawing/2014/main" id="{3FBDD8FA-9739-2135-5A7E-FC4C01924B94}"/>
              </a:ext>
            </a:extLst>
          </p:cNvPr>
          <p:cNvSpPr/>
          <p:nvPr/>
        </p:nvSpPr>
        <p:spPr>
          <a:xfrm>
            <a:off x="6967282" y="151597"/>
            <a:ext cx="3295400" cy="1570200"/>
          </a:xfrm>
          <a:prstGeom prst="cloudCallout">
            <a:avLst>
              <a:gd name="adj1" fmla="val 1923"/>
              <a:gd name="adj2" fmla="val 102275"/>
            </a:avLst>
          </a:prstGeom>
          <a:solidFill>
            <a:srgbClr val="FF0000"/>
          </a:solidFill>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Oszlopok összevonása</a:t>
            </a:r>
          </a:p>
        </p:txBody>
      </p:sp>
    </p:spTree>
    <p:extLst>
      <p:ext uri="{BB962C8B-B14F-4D97-AF65-F5344CB8AC3E}">
        <p14:creationId xmlns:p14="http://schemas.microsoft.com/office/powerpoint/2010/main" val="11083177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&lt;th colspan=</a:t>
            </a:r>
            <a:r>
              <a:rPr lang="hu-HU" sz="2000" b="1">
                <a:solidFill>
                  <a:srgbClr val="8000FF"/>
                </a:solidFill>
                <a:highlight>
                  <a:srgbClr val="FFFFFF"/>
                </a:highlight>
                <a:latin typeface="Consolas" panose="020B0609020204030204" pitchFamily="49" charset="0"/>
              </a:rPr>
              <a:t>"2"</a:t>
            </a:r>
            <a:r>
              <a:rPr lang="hu-HU" sz="2000" b="1" noProof="1">
                <a:solidFill>
                  <a:srgbClr val="0000FF"/>
                </a:solidFill>
                <a:highlight>
                  <a:srgbClr val="FFFFFF"/>
                </a:highlight>
                <a:latin typeface="Consolas" panose="020B0609020204030204" pitchFamily="49" charset="0"/>
              </a:rPr>
              <a:t>&gt;</a:t>
            </a:r>
            <a:r>
              <a:rPr lang="hu-HU" sz="2000" b="1" noProof="1">
                <a:solidFill>
                  <a:srgbClr val="000000"/>
                </a:solidFill>
                <a:highlight>
                  <a:srgbClr val="FFFFFF"/>
                </a:highlight>
                <a:latin typeface="Consolas" panose="020B0609020204030204" pitchFamily="49" charset="0"/>
              </a:rPr>
              <a:t>Téma</a:t>
            </a:r>
            <a:r>
              <a:rPr lang="hu-HU" sz="2000" b="1" noProof="1">
                <a:solidFill>
                  <a:srgbClr val="0000FF"/>
                </a:solidFill>
                <a:highlight>
                  <a:srgbClr val="FFFFFF"/>
                </a:highlight>
                <a:latin typeface="Consolas" panose="020B0609020204030204" pitchFamily="49" charset="0"/>
              </a:rPr>
              <a:t>&lt;/th&gt;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u="sng"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536340311"/>
              </p:ext>
            </p:extLst>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gridSpan="2">
                  <a:txBody>
                    <a:bodyPr/>
                    <a:lstStyle/>
                    <a:p>
                      <a:pPr algn="ctr"/>
                      <a:r>
                        <a:rPr lang="hu-HU" sz="2800" b="1"/>
                        <a:t>Téma</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hMerge="1">
                  <a:txBody>
                    <a:bodyPr/>
                    <a:lstStyle/>
                    <a:p>
                      <a:pPr algn="ctr"/>
                      <a:r>
                        <a:rPr lang="hu-HU" sz="2800" b="1"/>
                        <a:t>Pont</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Tree>
    <p:extLst>
      <p:ext uri="{BB962C8B-B14F-4D97-AF65-F5344CB8AC3E}">
        <p14:creationId xmlns:p14="http://schemas.microsoft.com/office/powerpoint/2010/main" val="18032934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&lt;th colspan=</a:t>
            </a:r>
            <a:r>
              <a:rPr lang="hu-HU" sz="2000" b="1">
                <a:solidFill>
                  <a:srgbClr val="8000FF"/>
                </a:solidFill>
                <a:highlight>
                  <a:srgbClr val="FFFFFF"/>
                </a:highlight>
                <a:latin typeface="Consolas" panose="020B0609020204030204" pitchFamily="49" charset="0"/>
              </a:rPr>
              <a:t>"2"</a:t>
            </a:r>
            <a:r>
              <a:rPr lang="hu-HU" sz="2000" b="1" noProof="1">
                <a:solidFill>
                  <a:srgbClr val="0000FF"/>
                </a:solidFill>
                <a:highlight>
                  <a:srgbClr val="FFFFFF"/>
                </a:highlight>
                <a:latin typeface="Consolas" panose="020B0609020204030204" pitchFamily="49" charset="0"/>
              </a:rPr>
              <a:t>&gt;</a:t>
            </a:r>
            <a:r>
              <a:rPr lang="hu-HU" sz="2000" b="1" noProof="1">
                <a:solidFill>
                  <a:srgbClr val="000000"/>
                </a:solidFill>
                <a:highlight>
                  <a:srgbClr val="FFFFFF"/>
                </a:highlight>
                <a:latin typeface="Consolas" panose="020B0609020204030204" pitchFamily="49" charset="0"/>
              </a:rPr>
              <a:t>Téma</a:t>
            </a:r>
            <a:r>
              <a:rPr lang="hu-HU" sz="2000" b="1" noProof="1">
                <a:solidFill>
                  <a:srgbClr val="0000FF"/>
                </a:solidFill>
                <a:highlight>
                  <a:srgbClr val="FFFFFF"/>
                </a:highlight>
                <a:latin typeface="Consolas" panose="020B0609020204030204" pitchFamily="49" charset="0"/>
              </a:rPr>
              <a:t>&lt;/th&gt;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u="sng"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 </a:t>
            </a:r>
            <a:r>
              <a:rPr lang="hu-HU" sz="2000" b="1" noProof="1">
                <a:solidFill>
                  <a:srgbClr val="FF0000"/>
                </a:solidFill>
                <a:highlight>
                  <a:srgbClr val="FFFFFF"/>
                </a:highlight>
                <a:latin typeface="Consolas" panose="020B0609020204030204" pitchFamily="49" charset="0"/>
              </a:rPr>
              <a:t>rowspan=</a:t>
            </a:r>
            <a:r>
              <a:rPr lang="hu-HU" sz="2000" b="1">
                <a:solidFill>
                  <a:srgbClr val="FF0000"/>
                </a:solidFill>
                <a:highlight>
                  <a:srgbClr val="FFFFFF"/>
                </a:highlight>
                <a:latin typeface="Consolas" panose="020B0609020204030204" pitchFamily="49" charset="0"/>
              </a:rPr>
              <a:t>"2"</a:t>
            </a:r>
            <a:r>
              <a:rPr lang="hu-HU" sz="2000" b="1" noProof="1">
                <a:solidFill>
                  <a:srgbClr val="0000FF"/>
                </a:solidFill>
                <a:highlight>
                  <a:srgbClr val="FFFFFF"/>
                </a:highlight>
                <a:latin typeface="Consolas" panose="020B0609020204030204" pitchFamily="49" charset="0"/>
              </a:rPr>
              <a:t>&gt;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strike="sngStrike" noProof="1">
                <a:solidFill>
                  <a:srgbClr val="FF0000"/>
                </a:solidFill>
                <a:highlight>
                  <a:srgbClr val="FFFFFF"/>
                </a:highlight>
                <a:latin typeface="Consolas" panose="020B0609020204030204" pitchFamily="49" charset="0"/>
              </a:rPr>
              <a:t>&lt;td&gt;20&lt;/td&gt;</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891916518"/>
              </p:ext>
            </p:extLst>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gridSpan="2">
                  <a:txBody>
                    <a:bodyPr/>
                    <a:lstStyle/>
                    <a:p>
                      <a:pPr algn="ctr"/>
                      <a:r>
                        <a:rPr lang="hu-HU" sz="2800" b="1"/>
                        <a:t>Téma</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hMerge="1">
                  <a:txBody>
                    <a:bodyPr/>
                    <a:lstStyle/>
                    <a:p>
                      <a:pPr algn="ctr"/>
                      <a:r>
                        <a:rPr lang="hu-HU" sz="2800" b="1"/>
                        <a:t>Pont</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
        <p:nvSpPr>
          <p:cNvPr id="3" name="Gondolatbuborék: felhő 2">
            <a:extLst>
              <a:ext uri="{FF2B5EF4-FFF2-40B4-BE49-F238E27FC236}">
                <a16:creationId xmlns:a16="http://schemas.microsoft.com/office/drawing/2014/main" id="{130C5FFA-702E-5167-DEF1-C9F003EB92A8}"/>
              </a:ext>
            </a:extLst>
          </p:cNvPr>
          <p:cNvSpPr/>
          <p:nvPr/>
        </p:nvSpPr>
        <p:spPr>
          <a:xfrm>
            <a:off x="7039894" y="4969747"/>
            <a:ext cx="3295400" cy="1570200"/>
          </a:xfrm>
          <a:prstGeom prst="cloudCallout">
            <a:avLst>
              <a:gd name="adj1" fmla="val 16186"/>
              <a:gd name="adj2" fmla="val -112702"/>
            </a:avLst>
          </a:prstGeom>
          <a:solidFill>
            <a:srgbClr val="FF0000"/>
          </a:solidFill>
          <a:ln w="28575">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sz="2800" b="1"/>
              <a:t>Sorok összevonása</a:t>
            </a:r>
          </a:p>
        </p:txBody>
      </p:sp>
    </p:spTree>
    <p:extLst>
      <p:ext uri="{BB962C8B-B14F-4D97-AF65-F5344CB8AC3E}">
        <p14:creationId xmlns:p14="http://schemas.microsoft.com/office/powerpoint/2010/main" val="7676946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rtalom helye 5">
            <a:extLst>
              <a:ext uri="{FF2B5EF4-FFF2-40B4-BE49-F238E27FC236}">
                <a16:creationId xmlns:a16="http://schemas.microsoft.com/office/drawing/2014/main" id="{5B95D051-82D0-1166-46D4-B2B717C84A50}"/>
              </a:ext>
            </a:extLst>
          </p:cNvPr>
          <p:cNvSpPr>
            <a:spLocks noGrp="1"/>
          </p:cNvSpPr>
          <p:nvPr>
            <p:ph sz="half" idx="2"/>
          </p:nvPr>
        </p:nvSpPr>
        <p:spPr>
          <a:xfrm>
            <a:off x="836612" y="365124"/>
            <a:ext cx="5160963" cy="6174823"/>
          </a:xfrm>
        </p:spPr>
        <p:txBody>
          <a:bodyPr>
            <a:noAutofit/>
          </a:bodyPr>
          <a:lstStyle/>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&lt;th colspan=</a:t>
            </a:r>
            <a:r>
              <a:rPr lang="hu-HU" sz="2000" b="1">
                <a:solidFill>
                  <a:srgbClr val="8000FF"/>
                </a:solidFill>
                <a:highlight>
                  <a:srgbClr val="FFFFFF"/>
                </a:highlight>
                <a:latin typeface="Consolas" panose="020B0609020204030204" pitchFamily="49" charset="0"/>
              </a:rPr>
              <a:t>"2"</a:t>
            </a:r>
            <a:r>
              <a:rPr lang="hu-HU" sz="2000" b="1" noProof="1">
                <a:solidFill>
                  <a:srgbClr val="0000FF"/>
                </a:solidFill>
                <a:highlight>
                  <a:srgbClr val="FFFFFF"/>
                </a:highlight>
                <a:latin typeface="Consolas" panose="020B0609020204030204" pitchFamily="49" charset="0"/>
              </a:rPr>
              <a:t>&gt;</a:t>
            </a:r>
            <a:r>
              <a:rPr lang="hu-HU" sz="2000" b="1" noProof="1">
                <a:solidFill>
                  <a:srgbClr val="000000"/>
                </a:solidFill>
                <a:highlight>
                  <a:srgbClr val="FFFFFF"/>
                </a:highlight>
                <a:latin typeface="Consolas" panose="020B0609020204030204" pitchFamily="49" charset="0"/>
              </a:rPr>
              <a:t>Téma</a:t>
            </a:r>
            <a:r>
              <a:rPr lang="hu-HU" sz="2000" b="1" noProof="1">
                <a:solidFill>
                  <a:srgbClr val="0000FF"/>
                </a:solidFill>
                <a:highlight>
                  <a:srgbClr val="FFFFFF"/>
                </a:highlight>
                <a:latin typeface="Consolas" panose="020B0609020204030204" pitchFamily="49" charset="0"/>
              </a:rPr>
              <a:t>&lt;/th&gt;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endParaRPr lang="hu-HU" sz="2000" b="1" u="sng"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WEB</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60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SQL</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 rowspan=</a:t>
            </a:r>
            <a:r>
              <a:rPr lang="hu-HU" sz="2000" b="1">
                <a:solidFill>
                  <a:srgbClr val="8000FF"/>
                </a:solidFill>
                <a:highlight>
                  <a:srgbClr val="FFFFFF"/>
                </a:highlight>
                <a:latin typeface="Consolas" panose="020B0609020204030204" pitchFamily="49" charset="0"/>
              </a:rPr>
              <a:t>"2"</a:t>
            </a:r>
            <a:r>
              <a:rPr lang="hu-HU" sz="2000" b="1" noProof="1">
                <a:solidFill>
                  <a:srgbClr val="0000FF"/>
                </a:solidFill>
                <a:highlight>
                  <a:srgbClr val="FFFFFF"/>
                </a:highlight>
                <a:latin typeface="Consolas" panose="020B0609020204030204" pitchFamily="49" charset="0"/>
              </a:rPr>
              <a:t>&gt;</a:t>
            </a:r>
            <a:r>
              <a:rPr lang="hu-HU" sz="2000" b="1" noProof="1">
                <a:solidFill>
                  <a:srgbClr val="000000"/>
                </a:solidFill>
                <a:highlight>
                  <a:srgbClr val="FFFFFF"/>
                </a:highlight>
                <a:latin typeface="Consolas" panose="020B0609020204030204" pitchFamily="49" charset="0"/>
              </a:rPr>
              <a:t>20</a:t>
            </a:r>
            <a:r>
              <a:rPr lang="hu-HU" sz="2000" b="1" noProof="1">
                <a:solidFill>
                  <a:srgbClr val="0000FF"/>
                </a:solidFill>
                <a:highlight>
                  <a:srgbClr val="FFFFFF"/>
                </a:highlight>
                <a:latin typeface="Consolas" panose="020B0609020204030204" pitchFamily="49" charset="0"/>
              </a:rPr>
              <a:t>&lt;/td&gt;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&lt;td&gt;</a:t>
            </a:r>
            <a:r>
              <a:rPr lang="hu-HU" sz="2000" b="1" noProof="1">
                <a:solidFill>
                  <a:srgbClr val="000000"/>
                </a:solidFill>
                <a:highlight>
                  <a:srgbClr val="FFFFFF"/>
                </a:highlight>
                <a:latin typeface="Consolas" panose="020B0609020204030204" pitchFamily="49" charset="0"/>
              </a:rPr>
              <a:t>PROG</a:t>
            </a:r>
            <a:r>
              <a:rPr lang="hu-HU" sz="2000" b="1" noProof="1">
                <a:solidFill>
                  <a:srgbClr val="0000FF"/>
                </a:solidFill>
                <a:highlight>
                  <a:srgbClr val="FFFFFF"/>
                </a:highlight>
                <a:latin typeface="Consolas" panose="020B0609020204030204" pitchFamily="49" charset="0"/>
              </a:rPr>
              <a:t> &lt;/td&gt;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p>
          <a:p>
            <a:pPr marL="0" indent="0">
              <a:lnSpc>
                <a:spcPct val="110000"/>
              </a:lnSpc>
              <a:spcBef>
                <a:spcPts val="0"/>
              </a:spcBef>
              <a:buNone/>
              <a:tabLst>
                <a:tab pos="358775" algn="l"/>
                <a:tab pos="717550" algn="l"/>
              </a:tabLst>
            </a:pPr>
            <a:r>
              <a:rPr lang="hu-HU" sz="2000" b="1" noProof="1">
                <a:solidFill>
                  <a:srgbClr val="000000"/>
                </a:solidFill>
                <a:highlight>
                  <a:srgbClr val="FFFFFF"/>
                </a:highlight>
                <a:latin typeface="Consolas" panose="020B0609020204030204" pitchFamily="49" charset="0"/>
              </a:rPr>
              <a:t>	</a:t>
            </a:r>
            <a:r>
              <a:rPr lang="hu-HU" sz="2000" b="1" noProof="1">
                <a:solidFill>
                  <a:srgbClr val="0000FF"/>
                </a:solidFill>
                <a:highlight>
                  <a:srgbClr val="FFFFFF"/>
                </a:highlight>
                <a:latin typeface="Consolas" panose="020B0609020204030204" pitchFamily="49" charset="0"/>
              </a:rPr>
              <a:t>&lt;/tr&gt;</a:t>
            </a:r>
            <a:endParaRPr lang="hu-HU" sz="2000" b="1" noProof="1">
              <a:solidFill>
                <a:srgbClr val="000000"/>
              </a:solidFill>
              <a:highlight>
                <a:srgbClr val="FFFFFF"/>
              </a:highlight>
              <a:latin typeface="Consolas" panose="020B0609020204030204" pitchFamily="49" charset="0"/>
            </a:endParaRPr>
          </a:p>
          <a:p>
            <a:pPr marL="0" indent="0">
              <a:lnSpc>
                <a:spcPct val="110000"/>
              </a:lnSpc>
              <a:spcBef>
                <a:spcPts val="0"/>
              </a:spcBef>
              <a:buNone/>
              <a:tabLst>
                <a:tab pos="358775" algn="l"/>
                <a:tab pos="717550" algn="l"/>
              </a:tabLst>
            </a:pPr>
            <a:r>
              <a:rPr lang="hu-HU" sz="2000" b="1" noProof="1">
                <a:solidFill>
                  <a:srgbClr val="0000FF"/>
                </a:solidFill>
                <a:highlight>
                  <a:srgbClr val="FFFFFF"/>
                </a:highlight>
                <a:latin typeface="Consolas" panose="020B0609020204030204" pitchFamily="49" charset="0"/>
              </a:rPr>
              <a:t>&lt;/table&gt;</a:t>
            </a:r>
            <a:endParaRPr lang="hu-HU" sz="2000" b="1" noProof="1">
              <a:latin typeface="Consolas" panose="020B0609020204030204" pitchFamily="49" charset="0"/>
            </a:endParaRPr>
          </a:p>
        </p:txBody>
      </p:sp>
      <p:graphicFrame>
        <p:nvGraphicFramePr>
          <p:cNvPr id="2" name="Táblázat 2">
            <a:extLst>
              <a:ext uri="{FF2B5EF4-FFF2-40B4-BE49-F238E27FC236}">
                <a16:creationId xmlns:a16="http://schemas.microsoft.com/office/drawing/2014/main" id="{AB2C17F8-8053-08AC-E7FE-2B8061CB27A0}"/>
              </a:ext>
            </a:extLst>
          </p:cNvPr>
          <p:cNvGraphicFramePr>
            <a:graphicFrameLocks noGrp="1"/>
          </p:cNvGraphicFramePr>
          <p:nvPr>
            <p:ph sz="quarter" idx="4"/>
            <p:extLst>
              <p:ext uri="{D42A27DB-BD31-4B8C-83A1-F6EECF244321}">
                <p14:modId xmlns:p14="http://schemas.microsoft.com/office/powerpoint/2010/main" val="2304106437"/>
              </p:ext>
            </p:extLst>
          </p:nvPr>
        </p:nvGraphicFramePr>
        <p:xfrm>
          <a:off x="6096000" y="2280816"/>
          <a:ext cx="5183188" cy="2296367"/>
        </p:xfrm>
        <a:graphic>
          <a:graphicData uri="http://schemas.openxmlformats.org/drawingml/2006/table">
            <a:tbl>
              <a:tblPr firstRow="1" bandRow="1">
                <a:tableStyleId>{2D5ABB26-0587-4C30-8999-92F81FD0307C}</a:tableStyleId>
              </a:tblPr>
              <a:tblGrid>
                <a:gridCol w="2591594">
                  <a:extLst>
                    <a:ext uri="{9D8B030D-6E8A-4147-A177-3AD203B41FA5}">
                      <a16:colId xmlns:a16="http://schemas.microsoft.com/office/drawing/2014/main" val="4057089482"/>
                    </a:ext>
                  </a:extLst>
                </a:gridCol>
                <a:gridCol w="2591594">
                  <a:extLst>
                    <a:ext uri="{9D8B030D-6E8A-4147-A177-3AD203B41FA5}">
                      <a16:colId xmlns:a16="http://schemas.microsoft.com/office/drawing/2014/main" val="2306093728"/>
                    </a:ext>
                  </a:extLst>
                </a:gridCol>
              </a:tblGrid>
              <a:tr h="574091">
                <a:tc gridSpan="2">
                  <a:txBody>
                    <a:bodyPr/>
                    <a:lstStyle/>
                    <a:p>
                      <a:pPr algn="ctr"/>
                      <a:r>
                        <a:rPr lang="hu-HU" sz="2800" b="1" dirty="0"/>
                        <a:t>Téma</a:t>
                      </a:r>
                      <a:endParaRPr lang="hu-HU" sz="2800" b="1" i="1" dirty="0"/>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hMerge="1">
                  <a:txBody>
                    <a:bodyPr/>
                    <a:lstStyle/>
                    <a:p>
                      <a:pPr algn="ctr"/>
                      <a:r>
                        <a:rPr lang="hu-HU" sz="2800" b="1"/>
                        <a:t>Pont</a:t>
                      </a:r>
                      <a:endParaRPr lang="hu-HU" sz="2800" b="1" i="1"/>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57901159"/>
                  </a:ext>
                </a:extLst>
              </a:tr>
              <a:tr h="574092">
                <a:tc>
                  <a:txBody>
                    <a:bodyPr/>
                    <a:lstStyle/>
                    <a:p>
                      <a:r>
                        <a:rPr lang="hu-HU" sz="2800"/>
                        <a:t>WEB</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hu-HU" sz="2800" dirty="0"/>
                        <a:t>60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96313637"/>
                  </a:ext>
                </a:extLst>
              </a:tr>
              <a:tr h="574092">
                <a:tc>
                  <a:txBody>
                    <a:bodyPr/>
                    <a:lstStyle/>
                    <a:p>
                      <a:r>
                        <a:rPr lang="hu-HU" sz="2800" dirty="0"/>
                        <a:t>SQL</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rowSpan="2">
                  <a:txBody>
                    <a:bodyPr/>
                    <a:lstStyle/>
                    <a:p>
                      <a:r>
                        <a:rPr lang="hu-HU" sz="2800" dirty="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300396"/>
                  </a:ext>
                </a:extLst>
              </a:tr>
              <a:tr h="574092">
                <a:tc>
                  <a:txBody>
                    <a:bodyPr/>
                    <a:lstStyle/>
                    <a:p>
                      <a:r>
                        <a:rPr lang="hu-HU" sz="2800" noProof="1"/>
                        <a:t>PROG</a:t>
                      </a:r>
                      <a:endParaRPr lang="en-US" dirty="0"/>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vMerge="1">
                  <a:txBody>
                    <a:bodyPr/>
                    <a:lstStyle/>
                    <a:p>
                      <a:r>
                        <a:rPr lang="hu-HU" sz="2800"/>
                        <a:t>20</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426280734"/>
                  </a:ext>
                </a:extLst>
              </a:tr>
            </a:tbl>
          </a:graphicData>
        </a:graphic>
      </p:graphicFrame>
    </p:spTree>
    <p:extLst>
      <p:ext uri="{BB962C8B-B14F-4D97-AF65-F5344CB8AC3E}">
        <p14:creationId xmlns:p14="http://schemas.microsoft.com/office/powerpoint/2010/main" val="3853081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artalom helye 2">
            <a:extLst>
              <a:ext uri="{FF2B5EF4-FFF2-40B4-BE49-F238E27FC236}">
                <a16:creationId xmlns:a16="http://schemas.microsoft.com/office/drawing/2014/main" id="{6F05D0E4-B582-43BB-B371-01EA06A84220}"/>
              </a:ext>
            </a:extLst>
          </p:cNvPr>
          <p:cNvSpPr txBox="1">
            <a:spLocks/>
          </p:cNvSpPr>
          <p:nvPr/>
        </p:nvSpPr>
        <p:spPr>
          <a:xfrm>
            <a:off x="3045368" y="2043663"/>
            <a:ext cx="6105194" cy="2031055"/>
          </a:xfrm>
          <a:prstGeom prst="rect">
            <a:avLst/>
          </a:prstGeom>
        </p:spPr>
        <p:txBody>
          <a:bodyPr vert="horz" lIns="91440" tIns="45720" rIns="91440" bIns="45720" rtlCol="0" anchor="b"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ts val="600"/>
              </a:spcAft>
              <a:buNone/>
            </a:pPr>
            <a:r>
              <a:rPr lang="hu-HU" sz="6000" kern="1200">
                <a:solidFill>
                  <a:srgbClr val="FFFFFF"/>
                </a:solidFill>
                <a:latin typeface="+mj-lt"/>
                <a:ea typeface="+mj-ea"/>
                <a:cs typeface="+mj-cs"/>
              </a:rPr>
              <a:t>Vége</a:t>
            </a:r>
          </a:p>
        </p:txBody>
      </p:sp>
      <p:sp>
        <p:nvSpPr>
          <p:cNvPr id="2" name="Rectangle 12">
            <a:extLst>
              <a:ext uri="{FF2B5EF4-FFF2-40B4-BE49-F238E27FC236}">
                <a16:creationId xmlns:a16="http://schemas.microsoft.com/office/drawing/2014/main" id="{F91D4580-7912-BF91-297A-7D092F3EB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7888" y="15240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14">
            <a:extLst>
              <a:ext uri="{FF2B5EF4-FFF2-40B4-BE49-F238E27FC236}">
                <a16:creationId xmlns:a16="http://schemas.microsoft.com/office/drawing/2014/main" id="{73D92586-CA9C-7E7C-C132-44D7B134F09B}"/>
              </a:ext>
              <a:ext uri="{C183D7F6-B498-43B3-948B-1728B52AA6E4}">
                <adec:decorative xmlns:adec="http://schemas.microsoft.com/office/drawing/2017/decorative" val="1"/>
              </a:ext>
            </a:extLst>
          </p:cNvPr>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 y="152400"/>
            <a:ext cx="12192000" cy="6858000"/>
          </a:xfrm>
          <a:prstGeom prst="rect">
            <a:avLst/>
          </a:prstGeom>
        </p:spPr>
      </p:pic>
      <p:sp>
        <p:nvSpPr>
          <p:cNvPr id="4" name="Tartalom helye 2">
            <a:extLst>
              <a:ext uri="{FF2B5EF4-FFF2-40B4-BE49-F238E27FC236}">
                <a16:creationId xmlns:a16="http://schemas.microsoft.com/office/drawing/2014/main" id="{A71FA094-D5BD-BDC8-B78C-35C160B9A6D8}"/>
              </a:ext>
            </a:extLst>
          </p:cNvPr>
          <p:cNvSpPr txBox="1">
            <a:spLocks/>
          </p:cNvSpPr>
          <p:nvPr/>
        </p:nvSpPr>
        <p:spPr>
          <a:xfrm>
            <a:off x="3195803" y="2845036"/>
            <a:ext cx="6105194" cy="1167927"/>
          </a:xfrm>
          <a:prstGeom prst="rect">
            <a:avLst/>
          </a:prstGeom>
        </p:spPr>
        <p:txBody>
          <a:bodyPr vert="horz" lIns="91440" tIns="45720" rIns="91440" bIns="45720"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ts val="600"/>
              </a:spcAft>
              <a:buNone/>
            </a:pPr>
            <a:r>
              <a:rPr lang="hu-HU" sz="7200" b="1" kern="1200">
                <a:solidFill>
                  <a:srgbClr val="FFFFFF"/>
                </a:solidFill>
                <a:latin typeface="+mj-lt"/>
                <a:ea typeface="+mj-ea"/>
                <a:cs typeface="+mj-cs"/>
              </a:rPr>
              <a:t>Vége</a:t>
            </a:r>
          </a:p>
        </p:txBody>
      </p:sp>
    </p:spTree>
    <p:extLst>
      <p:ext uri="{BB962C8B-B14F-4D97-AF65-F5344CB8AC3E}">
        <p14:creationId xmlns:p14="http://schemas.microsoft.com/office/powerpoint/2010/main" val="4258749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ím 1">
            <a:extLst>
              <a:ext uri="{FF2B5EF4-FFF2-40B4-BE49-F238E27FC236}">
                <a16:creationId xmlns:a16="http://schemas.microsoft.com/office/drawing/2014/main" id="{4057B98C-542C-442B-A046-0685AA2E2A64}"/>
              </a:ext>
            </a:extLst>
          </p:cNvPr>
          <p:cNvSpPr>
            <a:spLocks noGrp="1"/>
          </p:cNvSpPr>
          <p:nvPr>
            <p:ph type="title"/>
          </p:nvPr>
        </p:nvSpPr>
        <p:spPr>
          <a:xfrm>
            <a:off x="1179226" y="826680"/>
            <a:ext cx="9833548" cy="1325563"/>
          </a:xfrm>
        </p:spPr>
        <p:txBody>
          <a:bodyPr>
            <a:normAutofit/>
          </a:bodyPr>
          <a:lstStyle/>
          <a:p>
            <a:pPr algn="ctr"/>
            <a:r>
              <a:rPr lang="en-US" sz="6000" b="1">
                <a:solidFill>
                  <a:srgbClr val="FFFFFF"/>
                </a:solidFill>
              </a:rPr>
              <a:t>Creative Commons</a:t>
            </a:r>
          </a:p>
        </p:txBody>
      </p:sp>
      <p:sp>
        <p:nvSpPr>
          <p:cNvPr id="11" name="Tartalom helye 5">
            <a:extLst>
              <a:ext uri="{FF2B5EF4-FFF2-40B4-BE49-F238E27FC236}">
                <a16:creationId xmlns:a16="http://schemas.microsoft.com/office/drawing/2014/main" id="{1A0E2678-2C03-7DA5-07EA-5729E6468D06}"/>
              </a:ext>
            </a:extLst>
          </p:cNvPr>
          <p:cNvSpPr txBox="1">
            <a:spLocks/>
          </p:cNvSpPr>
          <p:nvPr/>
        </p:nvSpPr>
        <p:spPr>
          <a:xfrm>
            <a:off x="682083" y="5529125"/>
            <a:ext cx="10827530" cy="76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u-HU" sz="2800" b="1">
                <a:solidFill>
                  <a:schemeClr val="accent1"/>
                </a:solidFill>
                <a:hlinkClick r:id="rId3">
                  <a:extLst>
                    <a:ext uri="{A12FA001-AC4F-418D-AE19-62706E023703}">
                      <ahyp:hlinkClr xmlns:ahyp="http://schemas.microsoft.com/office/drawing/2018/hyperlinkcolor" val="tx"/>
                    </a:ext>
                  </a:extLst>
                </a:hlinkClick>
              </a:rPr>
              <a:t>Nevezd meg! Ne add el! Így add tovább!</a:t>
            </a:r>
            <a:endParaRPr lang="hu-HU" sz="2800" b="1">
              <a:solidFill>
                <a:schemeClr val="accent1"/>
              </a:solidFill>
            </a:endParaRPr>
          </a:p>
        </p:txBody>
      </p:sp>
      <p:pic>
        <p:nvPicPr>
          <p:cNvPr id="3" name="Tartalom helye 9">
            <a:hlinkClick r:id="rId4"/>
            <a:extLst>
              <a:ext uri="{FF2B5EF4-FFF2-40B4-BE49-F238E27FC236}">
                <a16:creationId xmlns:a16="http://schemas.microsoft.com/office/drawing/2014/main" id="{FBF1154F-87A1-AA30-5A0D-4B32F89099EA}"/>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3047052" y="2978923"/>
            <a:ext cx="5892798" cy="2071687"/>
          </a:xfrm>
          <a:prstGeom prst="rect">
            <a:avLst/>
          </a:prstGeom>
        </p:spPr>
      </p:pic>
    </p:spTree>
    <p:extLst>
      <p:ext uri="{BB962C8B-B14F-4D97-AF65-F5344CB8AC3E}">
        <p14:creationId xmlns:p14="http://schemas.microsoft.com/office/powerpoint/2010/main" val="1254773005"/>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648cbc6-377b-495f-8949-1ccc618d8f44" xsi:nil="true"/>
    <lcf76f155ced4ddcb4097134ff3c332f xmlns="16abea2a-bc47-41c5-a50d-7bf915be0b0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DEC84C4F5BF8640AD09669C7C26893A" ma:contentTypeVersion="14" ma:contentTypeDescription="Create a new document." ma:contentTypeScope="" ma:versionID="1df93a21939a9a08c55e56dddd052798">
  <xsd:schema xmlns:xsd="http://www.w3.org/2001/XMLSchema" xmlns:xs="http://www.w3.org/2001/XMLSchema" xmlns:p="http://schemas.microsoft.com/office/2006/metadata/properties" xmlns:ns2="16abea2a-bc47-41c5-a50d-7bf915be0b0a" xmlns:ns3="2648cbc6-377b-495f-8949-1ccc618d8f44" targetNamespace="http://schemas.microsoft.com/office/2006/metadata/properties" ma:root="true" ma:fieldsID="5482c56abd5d187b1afe3038ced2dbf1" ns2:_="" ns3:_="">
    <xsd:import namespace="16abea2a-bc47-41c5-a50d-7bf915be0b0a"/>
    <xsd:import namespace="2648cbc6-377b-495f-8949-1ccc618d8f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abea2a-bc47-41c5-a50d-7bf915be0b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4aa7fb3-e186-498d-ae78-2c37cd4f3c4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648cbc6-377b-495f-8949-1ccc618d8f4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7dc728e-7072-40ae-8fea-5e6460f4dbc8}" ma:internalName="TaxCatchAll" ma:showField="CatchAllData" ma:web="2648cbc6-377b-495f-8949-1ccc618d8f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3834D2-9AD8-40D5-A8B0-3D8AA3F6850B}">
  <ds:schemaRefs>
    <ds:schemaRef ds:uri="http://schemas.microsoft.com/sharepoint/v3/contenttype/forms"/>
  </ds:schemaRefs>
</ds:datastoreItem>
</file>

<file path=customXml/itemProps2.xml><?xml version="1.0" encoding="utf-8"?>
<ds:datastoreItem xmlns:ds="http://schemas.openxmlformats.org/officeDocument/2006/customXml" ds:itemID="{4597E06A-52D9-4F63-B883-137D77AAF8D2}">
  <ds:schemaRefs>
    <ds:schemaRef ds:uri="b1f1c134-eb4b-4278-aa43-8d1d8ae042bb"/>
    <ds:schemaRef ds:uri="efac25ff-0c40-4f7e-a666-0a5c23175e4a"/>
    <ds:schemaRef ds:uri="http://schemas.microsoft.com/office/2006/metadata/properties"/>
    <ds:schemaRef ds:uri="http://schemas.microsoft.com/office/infopath/2007/PartnerControls"/>
    <ds:schemaRef ds:uri="2648cbc6-377b-495f-8949-1ccc618d8f44"/>
    <ds:schemaRef ds:uri="16abea2a-bc47-41c5-a50d-7bf915be0b0a"/>
  </ds:schemaRefs>
</ds:datastoreItem>
</file>

<file path=customXml/itemProps3.xml><?xml version="1.0" encoding="utf-8"?>
<ds:datastoreItem xmlns:ds="http://schemas.openxmlformats.org/officeDocument/2006/customXml" ds:itemID="{157FF52F-3C43-4DB5-8E94-8BA9D5F3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abea2a-bc47-41c5-a50d-7bf915be0b0a"/>
    <ds:schemaRef ds:uri="2648cbc6-377b-495f-8949-1ccc618d8f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3420</Words>
  <Application>Microsoft Office PowerPoint</Application>
  <PresentationFormat>Widescreen</PresentationFormat>
  <Paragraphs>676</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Office-téma</vt:lpstr>
      <vt:lpstr>HTML</vt:lpstr>
      <vt:lpstr>PowerPoint Presentation</vt:lpstr>
      <vt:lpstr>HTML</vt:lpstr>
      <vt:lpstr>HTML</vt:lpstr>
      <vt:lpstr>HTML</vt:lpstr>
      <vt:lpstr>HEAD</vt:lpstr>
      <vt:lpstr>HEAD</vt:lpstr>
      <vt:lpstr>HEAD</vt:lpstr>
      <vt:lpstr>HEAD</vt:lpstr>
      <vt:lpstr>&lt;body&gt; … &lt;/body&gt;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HTML régen</vt:lpstr>
      <vt:lpstr>HTML5 újdonságai</vt:lpstr>
      <vt:lpstr>Nevesített szakaszok</vt:lpstr>
      <vt:lpstr>Szövegek formázása</vt:lpstr>
      <vt:lpstr>Képek</vt:lpstr>
      <vt:lpstr>Source</vt:lpstr>
      <vt:lpstr>Title</vt:lpstr>
      <vt:lpstr>Alternative</vt:lpstr>
      <vt:lpstr>Hivatkozás</vt:lpstr>
      <vt:lpstr>Oldalon belül</vt:lpstr>
      <vt:lpstr>Oldalon belül</vt:lpstr>
      <vt:lpstr>Oldalon belül</vt:lpstr>
      <vt:lpstr>Oldalon belül</vt:lpstr>
      <vt:lpstr>Másik oldalra</vt:lpstr>
      <vt:lpstr>Megnyitás új fülön</vt:lpstr>
      <vt:lpstr>Listák</vt:lpstr>
      <vt:lpstr>Felsorolás</vt:lpstr>
      <vt:lpstr>Felsorolás</vt:lpstr>
      <vt:lpstr>Felsorolás</vt:lpstr>
      <vt:lpstr>Felsorolás</vt:lpstr>
      <vt:lpstr>Számozás</vt:lpstr>
      <vt:lpstr>Számozás</vt:lpstr>
      <vt:lpstr>Táblázat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Creative Commons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Adatbázisok</dc:title>
  <dc:creator>Dávid Kriston</dc:creator>
  <cp:lastModifiedBy>Tanár2</cp:lastModifiedBy>
  <cp:revision>25</cp:revision>
  <dcterms:created xsi:type="dcterms:W3CDTF">2020-11-13T17:43:24Z</dcterms:created>
  <dcterms:modified xsi:type="dcterms:W3CDTF">2024-06-23T19:22:04Z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0x0101007DEC84C4F5BF8640AD09669C7C26893A</vt:lpwstr>
  </property>
  <property fmtid="{D5CDD505-2E9C-101B-9397-08002B2CF9AE}" pid="3" name="MediaServiceImageTags">
    <vt:lpwstr/>
  </property>
</Properties>
</file>